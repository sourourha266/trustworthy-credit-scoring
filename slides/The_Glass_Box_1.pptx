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6.xml" ContentType="application/vnd.openxmlformats-officedocument.presentationml.notesSlide+xml"/>
  <Override PartName="/ppt/ink/ink9.xml" ContentType="application/inkml+xml"/>
  <Override PartName="/ppt/notesSlides/notesSlide7.xml" ContentType="application/vnd.openxmlformats-officedocument.presentationml.notesSlide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notesSlides/notesSlide9.xml" ContentType="application/vnd.openxmlformats-officedocument.presentationml.notesSlide+xml"/>
  <Override PartName="/ppt/ink/ink12.xml" ContentType="application/inkml+xml"/>
  <Override PartName="/ppt/notesSlides/notesSlide10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1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12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3.xml" ContentType="application/vnd.openxmlformats-officedocument.presentationml.notesSlide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11A"/>
    <a:srgbClr val="1A222D"/>
    <a:srgbClr val="222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0204" autoAdjust="0"/>
  </p:normalViewPr>
  <p:slideViewPr>
    <p:cSldViewPr>
      <p:cViewPr varScale="1">
        <p:scale>
          <a:sx n="31" d="100"/>
          <a:sy n="31" d="100"/>
        </p:scale>
        <p:origin x="160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31:36.812"/>
    </inkml:context>
    <inkml:brush xml:id="br0">
      <inkml:brushProperty name="width" value="0.13333" units="cm"/>
      <inkml:brushProperty name="height" value="0.13333" units="cm"/>
      <inkml:brushProperty name="color" value="#09111A"/>
      <inkml:brushProperty name="fitToCurve" value="1"/>
    </inkml:brush>
  </inkml:definitions>
  <inkml:traceGroup>
    <inkml:annotationXML>
      <emma:emma xmlns:emma="http://www.w3.org/2003/04/emma" version="1.0">
        <emma:interpretation id="{FDED98E9-7979-43E7-B896-D01B7B349640}" emma:medium="tactile" emma:mode="ink">
          <msink:context xmlns:msink="http://schemas.microsoft.com/ink/2010/main" type="inkDrawing" rotatedBoundingBox="40063,24587 44933,24341 44977,25222 40108,25468" semanticType="scratchOut" shapeName="Other">
            <msink:sourceLink direction="with" ref="{D9961C0B-DFF3-4DC7-B6EC-E3F1251580EF}"/>
          </msink:context>
        </emma:interpretation>
      </emma:emma>
    </inkml:annotationXML>
    <inkml:trace contextRef="#ctx0" brushRef="#br0">2225 709 0,'-32'0'203,"-63"0"-187,-95 0-16,-64 0 15,-159 0 1,127-63-1,96 31 1,63 32-16,95-32 16,-63 32-1,63 0 1,64 0 78,63 0-79,222 0 1,191 32 0,-158 32-1,94-64-15,-317 0 16,0 0-1,32 0 1,-127 0 0,-1 0-16,-126 0 125,-32 0-125,-190 0 15,-96 0 1,32-32 0,127-32-1,95 33 1,127 31-16,1 0 15,62 0 48,160 0-47,253 0-1,160 31-15,-160 33 16,-190-64-1,0 0 1,-127 0 0,-32 0-1,-63 0-15,-64 0 78,-126 0-62,-287 0 0,-380 0-1,126 0-15,350 0 16,222 0 0,95 0-1,0 0 1,64 0 31,127 0-32,31 0-15,191 0 16,223 0 0,-192 0-1,-62 0 1,-160 0-16,-63 0 15,32 0 1,-127 0 0,-1 0 15,-126 0 31,-222 63-46,-731 33-16,191-33 16,349 1-1,222-33 1,95-31-16,128 0 16,95 0 62,126 0-63,160 0 1,507 0 0,-158 0-16,-159 0 15,-127 0 1,-127 0-1,-159 0 1,-63 0-16,-95 0 78,-64 0-62,-127 0-1,-350-63 1,96 63-16,159 0 16,222-64-1,-63 64 1,94 0 0,65 0-16,-1 0 15,64 0 63,63-31-62,159 31 0,254-64-1,190 64-15,-348-63 16,-1 63-1,-159-64 1,-63 64 0,-95 0-16,0 0 15,-64 0 63,-31 0-62,-128 0 0,-222-63-16,-412 63 15,317 0 1,159 0 0,-1 0-1,223 0 1,32 0-16,159 0 78,-33 0-62,96 0-1,191 0-15,95 0 16,190 0-1,-190 0 1,-128 0 0,65 0-1,-96 0-15,-127 0 16,31-32 0,-126 32 15,-95 0 31,-1 0-46,-190 0-16,-349 0 16,-64 0-1,159 0 1,64 0-16,190 0 15,63 0 1,1 0 0,158 0-1,127 0 63,-31 0-78,126 0 16,255 0 0,253 0-1,-190 0-15,0 0 16,-95 0 0,-127 0-1,-159 0 1,-96 0-1,1 0-15,-64 0 79,-63 0-79,32 0 15,-287 0 1,-316 0-1,-1 0-15,318 0 16,95 0 0,0 0-1,63 0 1,96 0-16,63 0 16,32-32 30,32 32-30,0 0 0,95 0-1,63 0 1,128 0-16,285 0 16,-349 0-1,95 0 1,-190-63-1,-96 63-15,-31 0 16,-64 0 93,-63 0-93,-222 0 0,-287 0-16,-62 0 15,316 0 1,160 0 0,-1 0-16,128 0 31,63-32 16,127 32-32,-64 0 1,128 0 0,285 0-1,127-64 1,-95 64-16,-95 0 15,95 0 1,-222 0 0,-96 0-1,-158 0-15,0 0 16,-159 0 46,-349 0-46,-445 32 0,222 127-16,191-96 15,159-63 1,95 0 0,64 0-1,94 0 1,65 0-1,94 0 64,1 0-64,190 0 1,285-63-16,223-32 15,-349 95 1,95-64 0,32 64-1,-223 0-15,33 0 16,-223 0 0,-32 0-1,-63 0 1,-96 0 78,-95 0-79,-285 32 1,-159-32-1,253 0-15,1 0 32,95 0-32,127 0 15,95 0 1,64 0 46,63 0-46,96 0 0,253 0-1,64 0-15,-63 0 16,-191 0 0,0 0-1,-64 0 1,-63 0-1,-63 0-15,-32 0 16,-96 0 78,1 0-79,-33 0-15,33 0 16,-64 0 0,-64 0-1,1 0 1,-1 0-16,1 0 16,31 0-1,96 0 1,31 0-1,0 0 1,64 0 47,0 0-48,95 0 1,63 0-1,128 0 1,-128 0-16,1 0 16,-128 0-1,1 0 17,-96 32 124,-32-32-141,-31 63 1,-159-31 0,-95-32-16,0 0 15,158 0 1,64 0 0,0 0-1,95 0 1,1 0-16,62 0 78,65 0-62,31 0-1,317 0 1,96-32-16,-223 32 15,-126 0 1,-32 0 0,-32 0-1,-32 0-15,-63 0 47,-96 0 63,1 0-95,-64 0 1,-191 0-1,-126 0-15,-64 0 16,158 32 0,96-32-1,96 0 1,94 0-16,32 0 16,64 0 77,32 0-77,31 0-16,-32 0 16,128 0-1,158 0 1,64 0-16,0 0 15,-128 0 1,-158 0 0,-31 0-1,-33 0-15,-31 0 32,-64 0 124,-95 0-141,-127 63-15,-95 1 16,-32-1 0,127-31-1,95-32 1,127 0-16,1 0 16,-1 0-1,127 0 79,-63 0-78,95 0-16,0 0 15,127 0 1,-127 0-1,0 0 1,-32 0-16,-63 0 16,-96 0 156,-94 0-157,-33 0 1,-126 64-1,63-64 1,63 0 0,32 0-16,96 0 15,31 0 1,0 0 0,32-32-1,32 32 48,32 0-63,31 0 15,0-64 1,96 64 0,-1 0-1,64-31-15,-63 31 16,-1 0-1,1-64 1,-64 64 0,0 0-1,-64 0 1,-31 0-16,0 0 16,-128 0 124,-31 0-124,-127 0-1,-95 0-15,0 0 16,95 0 0,0 0-1,159 0-15,31 0 16,64-32 78,64 32-79,94 0 1,-94-31-16,222-33 16,-32 1-1,95-1 1,-159 64-1,-31 0-15,-32 0 16,-95 0 0,-64 0 156,-95 0-157,32 0 1,63 0-1,0 0-15,32-32 16,0 1 15,32 31 16,63 0-31,-31 0-1,31 0 1,-63 0-16,0-32 16,-1 32-1,-31-32 48,0 0 15,0 96 63,0-32-126,0 31 1,0-31-1,0 0 17,0-1-1,0 1 0,0 0-31,0 0 16,0 31-1,0-31 17,32-32 108,32 0-77,-64-64-63,0 33 15,31-33 1,-31 32 0,0-31-1,0 95 173,0-1-173,0 1 1,0 0 0,0 0-1,0-1-15,0 1 32,32-32 93,-32-32-110,0 1 16,0-33-31,32-95 16,-32 32 0,63 32-1,-63 63 1,0 1-16,0-1 16,0 64 109,0-1-110,0 1 1,0 32-1,0-33-15,0 1 32,0 32-32,0-33 15,0 1 235,0 32-234,0-33 15,0 1-31,0 0 16,0 0-1,0-1 1,0 1 0,0 32-1,0-96 204,0-32-203,0 33-1,0-65 1,0 33 0,0 31-1,0 0-15,0-31 31,0 95 94,0-1-78,0 1-47,0 0 16,0 0 0,0-1-1,0 1 1,0 32-1,0-33-15,0 1 63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31:41.841"/>
    </inkml:context>
    <inkml:brush xml:id="br0">
      <inkml:brushProperty name="width" value="0.13333" units="cm"/>
      <inkml:brushProperty name="height" value="0.13333" units="cm"/>
      <inkml:brushProperty name="color" value="#09111A"/>
      <inkml:brushProperty name="fitToCurve" value="1"/>
    </inkml:brush>
  </inkml:definitions>
  <inkml:traceGroup>
    <inkml:annotationXML>
      <emma:emma xmlns:emma="http://www.w3.org/2003/04/emma" version="1.0">
        <emma:interpretation id="{4AF8A845-486E-4941-9CFB-B250905F46F7}" emma:medium="tactile" emma:mode="ink">
          <msink:context xmlns:msink="http://schemas.microsoft.com/ink/2010/main" type="writingRegion" rotatedBoundingBox="42957,18415 42972,18415 42972,18430 42957,18430"/>
        </emma:interpretation>
      </emma:emma>
    </inkml:annotationXML>
    <inkml:traceGroup>
      <inkml:annotationXML>
        <emma:emma xmlns:emma="http://www.w3.org/2003/04/emma" version="1.0">
          <emma:interpretation id="{46A66FFE-7E61-4751-9ECE-9A3DD9CF4687}" emma:medium="tactile" emma:mode="ink">
            <msink:context xmlns:msink="http://schemas.microsoft.com/ink/2010/main" type="paragraph" rotatedBoundingBox="42957,18415 42972,18415 42972,18430 42957,184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8B4ECF2-A62A-4C62-B35E-785E375C8BF0}" emma:medium="tactile" emma:mode="ink">
              <msink:context xmlns:msink="http://schemas.microsoft.com/ink/2010/main" type="line" rotatedBoundingBox="42957,18415 42972,18415 42972,18430 42957,18430"/>
            </emma:interpretation>
          </emma:emma>
        </inkml:annotationXML>
        <inkml:traceGroup>
          <inkml:annotationXML>
            <emma:emma xmlns:emma="http://www.w3.org/2003/04/emma" version="1.0">
              <emma:interpretation id="{B229F62B-536D-4C15-9422-290F3C2D08F2}" emma:medium="tactile" emma:mode="ink">
                <msink:context xmlns:msink="http://schemas.microsoft.com/ink/2010/main" type="inkWord" rotatedBoundingBox="42957,18415 42972,18415 42972,18430 42957,18430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..</emma:literal>
                </emma:interpretation>
                <emma:interpretation id="interp2" emma:lang="" emma:confidence="0">
                  <emma:literal>.-</emma:literal>
                </emma:interpretation>
                <emma:interpretation id="interp3" emma:lang="" emma:confidence="0">
                  <emma:literal>.,</emma:literal>
                </emma:interpretation>
                <emma:interpretation id="interp4" emma:lang="" emma:confidence="0">
                  <emma:literal>.'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32:02.749"/>
    </inkml:context>
    <inkml:brush xml:id="br0">
      <inkml:brushProperty name="width" value="0.13333" units="cm"/>
      <inkml:brushProperty name="height" value="0.13333" units="cm"/>
      <inkml:brushProperty name="color" value="#09111A"/>
      <inkml:brushProperty name="fitToCurve" value="1"/>
    </inkml:brush>
  </inkml:definitions>
  <inkml:traceGroup>
    <inkml:annotationXML>
      <emma:emma xmlns:emma="http://www.w3.org/2003/04/emma" version="1.0">
        <emma:interpretation id="{D9961C0B-DFF3-4DC7-B6EC-E3F1251580EF}" emma:medium="tactile" emma:mode="ink">
          <msink:context xmlns:msink="http://schemas.microsoft.com/ink/2010/main" type="writingRegion" rotatedBoundingBox="45144,25421 41907,25381 41930,23572 45166,23612">
            <msink:destinationLink direction="with" ref="{FDED98E9-7979-43E7-B896-D01B7B349640}"/>
          </msink:context>
        </emma:interpretation>
      </emma:emma>
    </inkml:annotationXML>
    <inkml:traceGroup>
      <inkml:annotationXML>
        <emma:emma xmlns:emma="http://www.w3.org/2003/04/emma" version="1.0">
          <emma:interpretation id="{42E74D9B-8BAA-4EC8-BAEE-C3FC7EF755D1}" emma:medium="tactile" emma:mode="ink">
            <msink:context xmlns:msink="http://schemas.microsoft.com/ink/2010/main" type="paragraph" rotatedBoundingBox="45144,25421 41907,25381 41930,23572 45166,236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4300A82-E1BF-4589-90B1-A802FDF47E82}" emma:medium="tactile" emma:mode="ink">
              <msink:context xmlns:msink="http://schemas.microsoft.com/ink/2010/main" type="line" rotatedBoundingBox="45144,25421 41907,25381 41930,23572 45166,23612"/>
            </emma:interpretation>
          </emma:emma>
        </inkml:annotationXML>
        <inkml:traceGroup>
          <inkml:annotationXML>
            <emma:emma xmlns:emma="http://www.w3.org/2003/04/emma" version="1.0">
              <emma:interpretation id="{7FEA1A70-5D08-48A1-BD1A-D5D67D680D0A}" emma:medium="tactile" emma:mode="ink">
                <msink:context xmlns:msink="http://schemas.microsoft.com/ink/2010/main" type="inkWord" rotatedBoundingBox="45144,25421 41907,25381 41930,23572 45166,23612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..</emma:literal>
                </emma:interpretation>
                <emma:interpretation id="interp3" emma:lang="" emma:confidence="0">
                  <emma:literal>.,</emma:literal>
                </emma:interpretation>
                <emma:interpretation id="interp4" emma:lang="" emma:confidence="0">
                  <emma:literal>-</emma:literal>
                </emma:interpretation>
              </emma:one-of>
            </emma:emma>
          </inkml:annotationXML>
          <inkml:trace contextRef="#ctx0" brushRef="#br0">2172 1365 0,'0'32'93,"0"0"-77,-63-32 0,-32 0-1,-96 0 1,1 63-1,-1-63 1,32 32-16,32-32 16,32 0-1,32 0 1,31 0-16,-32 0 47,96 0 125,32 0-157,31 63 1,159-31-16,190 32 16,-94-1-1,-223 1 1,-32-64-1,-63 0 1,-1 0 15,-62 0 32,-65 0-48,-31 0 1,-190 0-16,-32 0 16,-159-32-1,127-32 1,190 1 0,1 31-16,-1 32 15,159 0 1,1 0 15,94 0 47,32 0-47,-31 0-15,95 0-16,31 0 16,64-63-1,0 63 1,32-64 0,-159 32-1,63 32 1,-158 0-16,63 0 15,-222 0 79,-127 0-78,-95 0-1,-95 32 1,253-32 0,128 0-1,-96 0-15,95 0 16,33 0 15,62 0 63,33 0-78,31 0-1,96 0 1,63-32-16,190 32 15,-31 0 1,-64 0 0,-95 0-1,0 0 1,-63 0-16,-96 0 31,-63 0-31,-1 0 16,-62 0 124,-1 0-124,0 0 0,-63 0-1,-32 0 1,0 64 0,-32-64-16,96 0 15,-96 0 1,95 0-1,-63 0 1,64 0-16,31 0 16,96 0 93,-1 0-93,32 0-1,32 32 1,127 31 0,-63-63-16,-1 32 15,-94-32 1,-65 0-1,1 0 1,-64 0 109,-95 0-125,-127 63 16,-95-63-1,0 0 1,95 0 0,63 0-1,96 0-15,63 0 16,64 0 78,32 0-94,-1 0 15,128 0 1,63 0-1,0 0 1,-64 0 0,-63 0-1,-32 0-15,-63 0 16,0 0 0,0 0-1,-64 0 141,-127 32-140,-95-32 0,64 0-1,-1 0-15,32 0 16,96 0 0,-32 0-1,63 0 1,0 0-1,0 0-15,32-32 16,0 1 15,64 31 32,-32 0-48,190 0 1,318 0 0,-32-64-1,-223 1 1,-158 31-16,-63 32 16,-1 0-1,-31 0 1,-127 0 78,63 0-79,-31 0 1,-33 0-1,-31 0-15,0 0 16,-63 0 0,31 0-1,32 0 1,-63 0 0,-1 0-16,96 0 15,31 0 1,33 0 15,62 0 63,1 0-79,63 0 1,-31 0 0,126 0-1,64 0 1,-63 0 0,-64 0-16,32 0 15,-128 0 1,1 0-1,-159 0 110,-127 0-109,-254 32-16,0-32 16,159 0-1,95 0 1,63 0 0,96 0-1,63 0-15,64 0 125,0 0-109,0 0-1,95 0 1,0 0 0,127 0-1,95 0-15,-63 0 16,-159 0 0,-64 0-1,1 0 1,-33 0-1,-126 0 79,-32 0-78,-63 0-1,-64 0 1,-96 0 0,96 0-1,64 0-15,-1 0 16,96 0 0,63 0-1,1 0 1,126 0 46,-63 0-46,95 0 0,95 0-1,159 31 1,32-31-1,-64 0-15,0 32 16,-158-32 0,-64 0-1,-64 0 1,-31 0 0,-96 0 62,1 0-63,-96-32-15,-31-95 16,94-63 0,-94-32-1,31-1 1,32-158-1,95 191 1,-31 63-16,31 32 16,0 63-1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30:59.918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BDBE0C40-9D84-4D88-BC9F-BE62DFA5A49D}" emma:medium="tactile" emma:mode="ink">
          <msink:context xmlns:msink="http://schemas.microsoft.com/ink/2010/main" type="inkDrawing" rotatedBoundingBox="40378,24548 45458,24435 45476,25229 40395,25341" shapeName="Other"/>
        </emma:interpretation>
      </emma:emma>
    </inkml:annotationXML>
    <inkml:trace contextRef="#ctx0" brushRef="#br0">3111 765 0,'-32'0'94,"1"0"-79,-33 0-15,-31 0 16,-96 0 0,-63 0-1,-31-63 1,31 63-1,0 0-15,63 0 32,1 0-32,158 0 15,-32 0 1,96 0 62,32 0-47,-33 0-15,1 0 0,95 0-16,127 0 15,191-64 1,63 64-1,-254 0-15,-64 0 16,-63 0 0,-32 0-1,-63 0 1,0 0-16,-64 0 94,-63 0-94,-223 0 15,-190-63 1,-190-1 0,349 64-16,158 0 15,128 0 1,31 0-1,0 0 1,64 0 62,0 0-62,31 0-1,128 0 1,285-63 0,476-64-16,-348-32 15,-160 95 1,-95 1 0,-158 63-16,-96 0 15,-31 0 1,-128 0 62,-126 0-62,-128 0-1,-190 0 1,127-32-16,32 32 31,31 0-31,-31 0 16,222 0-1,-63 0-15,126 0 16,32 0 0,96 0 77,-32 0-77,95 0 0,127 0-1,158 0 1,33 32-16,-159 0 15,-96 95 1,-95-96 0,1 1-1,-65-32-15,-31 32 32,0 31-17,-63-63 1,-255 32-16,-380 127 15,31-96 1,223-63 0,-64 0-1,317-31 1,1-1-16,94-32 16,33 33-1,63-1 16,63 32 16,33 0-47,94 0 16,382 0 0,-128 0-1,64 0 1,-159 0-1,64 0-15,-222 0 16,-64 0 0,-32 0-1,-190 0 63,-159 0-78,-445 32 16,128-32 0,126 0-1,191 0 1,127 0 0,-63 0-16,158 0 15,-32 0 1,128 0 62,-32 0-62,126 0-1,319 0 1,189-32-1,-158 32-15,0 0 16,-158-64 0,-160 64-1,-95-31 1,-63 31 0,-191 0 46,-380 0-46,-223 31-16,412-31 15,96 0 1,127 0 0,32 0-1,63 0-15,1 0 16,62 0 78,65 0-79,-33-31-15,191 31 16,191 0-1,-33 0 1,-126 0 0,-95 0-16,-128 0 15,-31 0 1,0 0 0,-159 0 30,-191 0-30,-349 0 0,318 0-1,95 0-15,127 0 16,32 0 0,31 0-1,1 0-15,95 0 110,-1-32-95,96 32 1,96 0-1,126 0-15,-159 0 16,-31 0 0,-127 0-1,-127 32 48,-159-32-63,-96 31 15,-94-31 1,190 0 0,127 0-1,-64 0 1,96 0-16,63 0 16,1 0-1,126 0 79,-32 0-78,191 0-1,350-63 1,-96 63-1,95 0-15,-349 0 16,-64-64 0,-31 64-1,-127 0 1,-32 32 46,-127-32-46,-64 32 0,1 31-1,-1-63 1,33 0 0,126 0-16,95-63 78,1 63-63,95-32 1,95-31-16,95-1 16,-95 64-1,-95 0 1,95 0-1,-127 0 1,-64 0-16,32 0 16,-63 0-1,-64 32 79,-31-32-78,-64 32-16,-95-32 15,-64 63 1,0-31 0,159 31-1,-32-63-15,96 0 16,-32 0-1,126 0 79,33 0-78,63-31-16,127 31 15,95 0 1,96 0 0,-96-64-16,-95 64 15,-64 0 1,-158 0 0,0 0-1,0 0 1,-64 32 31,0 0-32,-127-32-15,-63 31 16,-127 33 0,95-64-1,0 0 1,63 0-16,33 0 15,-33 0 1,128 0 0,31 0-1,0 0-15,96 0 110,31 0-95,32 0-15,127 0 16,254 0 0,-127-64-1,-127 64 1,-191 0-1,33 0-15,-65 0 16,-62 0 62,-160 0-62,-63 32-1,-190 127 1,-1-127-16,128-32 16,-64 63-1,254-63 1,0 0-16,31 0 16,65 0-1,94-32 48,1 32-48,-33 0 1,96-31-16,32 31 16,0 0-1,95 0 1,32-64-1,-32 64 1,-96 0-16,-31 0 16,-95 0-1,32 0 1,-96 32 78,-95-32-79,0 0 1,-64 0 0,-63 0-16,64 0 15,-1 0 1,1 0-1,158 0 1,0-32 0,1 32-16,94 0 125,32-63-110,96 63 1,63 0 0,-64 0-16,1 0 15,-159 0 1,-1 0-1,1 0 1,-32 31 31,-63-31-31,-128 64-1,-95-64 1,96 0-16,63 0 15,63 0 1,1 0 0,95-32 31,-1 32-32,33 0 1,31 0-16,96 0 15,-1 0 1,128 0 0,-128 0-1,64 0-15,-127 0 16,-32 0 0,-31 0-1,-32 0 1,-1 0-1,-62 0 95,-1 0-95,0 0 1,-63 0 0,31 0-1,-31 0-15,-32 0 16,0 0 0,-63 0-1,-1 0 1,-63 0-1,-95 0-15,-96 0 16,33 0 0,62 0-1,-221 0 1,31-63-16,32 63 16,318-64-1,94 64 1,65 0-1,94 0 95,-31 0-95,0 0 1,31 0-16,128 0 16,221 0-1,96 0 1,-190 0 0,190 0-16,-159 0 15,159 0 1,-159 0-1,1-63-15,31-1 16,-191 64 0,-126-32-1,-33 32 1,33 0 0,-96 0 46,0 0-46,1 0-1,-33 0 1,-31 0 0,-96 0-16,-126 0 31,-191 0-31,95 0 15,64 0 1,222 0 0,-32 0-16,127 0 15,1 0 1,-1 0 0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30:39.333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32416EFF-662B-4330-A1A4-F056CFB47E12}" emma:medium="tactile" emma:mode="ink">
          <msink:context xmlns:msink="http://schemas.microsoft.com/ink/2010/main" type="inkDrawing" rotatedBoundingBox="40765,25046 45367,24999 45374,25732 40773,25778" shapeName="Other"/>
        </emma:interpretation>
      </emma:emma>
    </inkml:annotationXML>
    <inkml:trace contextRef="#ctx0" brushRef="#br0">2429 487 0,'-32'0'93,"0"-32"-77,-63 0 0,-32-31-1,-95-33-15,-32 33 16,63 63 0,32 0-1,32 0 1,64 0-1,-1 0 17,96 0 93,0 0-110,31 0 1,128 0 0,63 0-16,95 32 15,-158-32 1,-1 63-1,-31-63 1,-96 32-16,1-32 16,-128 0 77,-190 0-93,-317 0 16,-32 0 0,158 0-1,255 0 1,63 0 0,95 0-16,0 0 15,32-32 16,0 0-15,32 32 0,63 0-1,32 0 1,127 0 0,191 0-16,-33 0 15,-126 0 1,-95 0-1,-1 64 1,-63-64 0,-95 32-16,-32-1 47,-32-31-1,-158 0-30,-191 0-16,-159 0 16,-32 0-1,223-31 1,63 31 0,159-32-16,96 32 15,62 0 63,223 0-78,413 0 16,32 0 0,63 0-1,-350 0 1,-62 32-16,-160-32 15,-31 31 1,-127-31 0,-96 0 46,-126 0-46,-64 0-1,-159 0 1,-32 0 0,255 0-16,63 0 31,32 0-31,63 0 16,0 0-1,64 0 48,95 0-48,286 0 1,253 0-16,-158 0 16,-95 0-1,-64 0 1,-158 0-16,-64 0 15,-64 0 1,-94 0 62,-1 0-62,-32 0-16,-190 0 15,-254 0 1,0 0 0,64 0-1,126 0-15,-126 0 16,317 0 0,32 0-1,63 0 1,0 0-1,64 0 48,0 0-47,95 0-16,190 0 15,191 0 1,95 0-1,-253-63-15,94-1 16,-253 1 0,-33 31-1,-94 32 1,-128 0 62,-94 0-62,31 0-1,-191 0 1,-31 0-16,0 0 16,95 0-1,127 0 1,95 0-1,-32 0 1,96 0 31,0 0-31,0 0-1,95 0-15,0 0 16,0 0-1,127 32 1,-159-32-16,0 32 16,-31-32-1,-64 31 1,31-31 0,-31 32 46,-31-32-15,-96 0-31,-381 0-1,-96 0-15,255 0 16,95 0-1,222 0 1,1 0 0,-1 0-16,64 0 62,126 0-46,319 0-1,31 0 1,-96 0 0,-158 0-16,-63 0 15,-96 0 1,-31 0 0,-1 0 15,-63 32-16,-32-32 1,-31 63 0,-350 33-1,-349 126-15,0-95 32,318-64-32,94-63 15,1 0 1,0 0-16,222 0 15,32 0 1,63 0 0,127 0 62,-63 0-78,127 0 15,158 0 1,223-63 0,-32 63-1,-95-64-15,-32 1 16,-254 63 0,-64 0-1,1 0 1,-128 0 78,1 0-94,-128 0 15,-126 0 1,-287-64-1,319 1-15,94 63 16,1-32 0,63 32-1,63-63 1,32 63-16,96 0 94,-1 0-79,64 0 1,127 0-16,96 0 16,-96 0-1,-96 0 1,-126 0-1,0 0-15,-127 0 110,-32 0-95,-127 0 1,0 0 0,-32-32-16,95-32 15,96 64 1,63 0 0,96 0 46,31 0-46,64 0-1,95 0 1,159 32 0,-128-32-1,-158 0-15,-63 0 16,95 0-1,-128 0 1,-31 32 47,-63 31-32,-64-63-16,-127 96 1,-127-33 0,190-63-16,64 0 15,64 0 1,-32 0 0,190 0 77,159 0-77,254 0 0,63 0-1,-126 0 1,-191 0-16,95-32 15,-158-31 1,-96 63 0,-159 32 77,-63-32-93,-63 31 16,-64-31 0,-95 0-1,63 0-15,32 64 16,63-64 0,1 0-1,63 0 1,32 0-16,-1 0 15,128 0 79,0 0-78,31 0-16,128 0 15,190 0 1,127 0 0,-222 0-1,-96-64-15,-158 64 16,0 0 0,-1 0-1,-62 0 48,-33 0-48,-95 0 1,-95 0 0,-158 0-16,126-31 15,32 31 1,127 0-1,-32 0-15,127-64 16,32 32 47,0 1-32,96 31-16,31-32 1,285-32 0,96 64-16,-158-63 15,-96 63 1,-64 0 0,-63 0-1,-63 0 1,-96 0 46,-32 0-62,-31 63 16,-32-63 0,-127 32-16,0-32 15,-32 64 1,96-64-1,-1 31 1,33-31 0,31 0-16,95 0 15,0 0 1,64 0 78,63 0-79,-31 0 1,190 0 0,31 64-1,-31-64-15,-63 0 16,-64 0-1,-32 0 1,-63 0 0,0 0-1,-32 32 32,-32-1-16,-63-31-15,-128 0 0,-316 159-16,94-95 15,255-64 1,63 31 0,31-31-1,65 0 1,94 0 46,-31 0-46,95 0 0,190 0-1,96 0 1,-64 0-16,1-63 15,-1-1 1,-63 1 0,-159 63-1,-32 0-15,-63 0 16,-32 32 46,-32-32-15,-63 0-31,-32 0-16,-64 0 16,1 0-1,-1 0 1,64 0-16,0 0 15,32-32 1,63 32 0,0-32-1,64 32 110,32 0-109,94 0-16,96-63 16,0 63-1,-63 0 1,-96 0-1,-31 0 1,-33 0-16,-94 0 125,-32 0-109,-96 0-1,-63 0 1,-32-32 0,96-32-1,126 64 1,33 0-16,-33 0 15,96 0 48,0 0-47,31 0-1,32 0-15,96 0 16,63 0-1,-64-31 1,1 31-16,-128 0 16,1 0-1,-32 0 1,-96 0 109,32 0-109,-126 0-1,-33 0-15,64 0 16,32 0-1,0 0 1,63 0 0,0 0-16,64 0 140,95-64-124,32 64 0,95 0-1,-64 0 1,-63 0-16,-95 0 31,-64 0 47,0 0-47,-31 0-15,31 0-16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30:08.474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68467B99-1357-4BE7-A17F-55282F7AFEAA}" emma:medium="tactile" emma:mode="ink">
          <msink:context xmlns:msink="http://schemas.microsoft.com/ink/2010/main" type="inkDrawing" rotatedBoundingBox="40120,24788 45571,24483 45619,25335 40168,25640" shapeName="Other"/>
        </emma:interpretation>
      </emma:emma>
    </inkml:annotationXML>
    <inkml:trace contextRef="#ctx0" brushRef="#br0">1628 383 0,'32'0'94,"-32"-32"-78,32 32-1,-1 0-15,1 0 16,63 0 0,32 0-1,127 0 1,32-63-16,-95 63 16,63 0-1,-64-64 1,-63 64-1,0 0 1,-63 0-16,-1 0 16,-31 0-1,-96 0 63,-348 0-78,-350 0 16,31 0 0,382 0-1,0-31 1,63-33 0,191 1-16,63 63 15,0 0 1,96 0 62,95 0-62,31 0-16,191 0 15,-32 31 1,1 33-1,-65-64 1,-94 0-16,-128 0 16,33 0-1,-33 0 1,-31 0 0,31 0-1,-63 32 16,-31-32 1,-65 0-17,-316 0 1,-96 0 0,63-32-1,382 0-15,-33 32 16,65-32-1,62 32 48,128 0-47,159 0-1,444 0 1,-191 0-16,-222 0 15,1 0 1,-223-63 0,-64 63-16,-31 0 15,-96 0 48,-126 32-48,-318 31 1,-191 64 0,350-127-1,222 0-15,0 0 16,32 0 15,31 0-31,96 0 78,0 0-78,63 0 16,159 0 0,95-32-1,413 32 1,-317-63-1,-128 63-15,-94-32 16,-96 32 0,-96 0-1,-62 0 32,-192 0-31,-634 222-16,-730 64 15,1079-159 1,63-63 0,255-64-1,63 0 1,95 0-16,95-32 94,-31 32-79,95 0 1,159-32-16,127 32 16,31-63-1,-95-1 1,1 64-1,-96-63-15,-159 63 16,-63 0 0,-64 0 62,-159 0-63,-126 0-15,-128 0 16,-63 0 0,254 0-1,0 0 1,159 0-16,32 0 16,94 0 109,33 0-110,126 0 1,191 0-1,223 0 1,-96 0-16,-159 0 16,-95 0-1,-95 0 1,-128 0 0,1 0-1,-64 0 63,-63 0-62,32 0 0,-160-32-16,96 32 15,0-64 1,32 64-1,63-31 1,64 31 47,32 0-48,94 0 1,96 0-1,254-64-15,-158 64 16,-1 0 0,-222 0-1,0 0-15,-32 0 16,-63 0 0,-64 0 77,-95 0-93,0 0 16,-127 0 0,-190 0-1,190 0 1,63 0-16,64-32 15,95 32 1,-31 0 0,95 0 31,-1 0-32,96 0 1,127 0-16,413 0 15,0-95 1,-127 32 0,-350 31-1,-63 32 1,-95 0-16,0 0 16,-64 0 30,-32 0-30,-94 0 0,31 0-1,-191 0-15,-31 0 16,222 0 0,-64 0-1,1 0 1,95 0-1,31 0-15,-31-64 16,63 64 0,64 0 77,63 0-77,32 0 0,191 0-1,94 0 1,-62 0 0,-255 0-1,-32 0-15,-190 32 94,0-32-94,-127 0 16,0 0-1,-95 0 1,95 0-1,-32 0 1,159-32-16,32 1 16,63-1-1,1 32 1,126 0 46,32 0-46,-64 0-16,128 0 16,63 0-1,-64 0 1,96 0 0,-159 0-16,-63 0 15,-1 0 16,-63 63 16,-32-63 0,1 32-16,-33-32-15,-63 0 0,-286 32-16,1-32 15,62 0 1,96 0 0,96 0-1,31 0-15,158 0 94,96 0-78,127 0-1,96 0-15,-96 0 16,95 0-1,-159 0 1,64 0 0,-158 0-16,-65 0 15,1 0 1,-64 63 78,-63-63-79,-32 32 1,-127-32-16,-254 64 16,222-64-1,32 0 1,64 0-16,63 0 15,95 0 1,-31 0 0,94 0 15,33 0 0,31 0-15,32 0-1,127 0-15,0 0 16,95 0 0,-158 0-1,-1 0-15,-158 0 16,0 0 0,-96 0 109,1 0-110,-1 0 1,33 0-1,-1 0 1,0 0-16,64 0 78,31 0-62,96 0-1,32 0 1,-128 31-16,32-31 16,-63 0 15,0 64 188,0-64-172,-32 32-32,-64-32 188,-126-32-187,-350-32 0,32-63-1,63 64 1,255 63-1,-1 0-15,64 0 16,-31 0 0,-33 0-1,1 0-15,63 32 16,-127-1 0,-96 33-1,1-64-15,95 0 16,64 0-1,-1 0 1,96 0 0,0 0-16,95-32 62,31 32-46,1 0-1,95 0 1,-63 0 0,31 0-16,32 64 15,159 31 1,222 32 0,-159-64-1,-127 1 1,32-32-16,-32 31 31,-95-63-31,-31 32 16,-33-32-1,-31 0 1,-64 0 93,-95 0-109,-222 0 16,-64 0 0,64-32-1,190 0 1,-31-31-1,63 31-15,95 0 16,0 32 0,-31 0-1,94 0 32,33 0-16,31 0-31,32 0 16,191 0 0,94 0-1,128-63 1,-32 63 0,-63-64-16,-191 1 15,-64-1 1,-126 64-1,-33 0 1,1 0-16,-127 0 78,31 0-62,-126 0-1,-64 0 1,-191 0-16,-63 0 16,159 32-1,0 32 1,0-64 0,63 63-1,222-63-15,-31 0 16,63 0-1,64 0 64,32 0-64,31 0 1,95 0-1,287 0 1,189 0-16,-62 0 16,-255 0-1,-95 0 1,-127 0 0,-32 0-1,-63 0 1,-127 0 46,-96 0-62,-253 0 16,-255 0 0,350 0-1,-159-32-15,159-31 16,-96-1-1,318 64 1,0 0 0,64 0-16,94 0 93,1 0-93,95-31 16,127 31 0,254-64-16,0 1 15,32-1 1,-127 1 0,31 63-1,-317-64 1,0 64-16,-63 0 15,-33 0 1,1 0 0,-64 0 62,-63 0-63,-32 0-15,-190 32 16,-128-32 0,96 0-1,158 0-15,-63 0 16,64 0 0,126 0-1,-31 0 1,63 0-16,1 0 15,62 0 48,1 0-47,0 0-1,63 0 1,32 0-1,0 0 1,286 0-16,0 0 16,-64 63-1,95-63 1,-317 0-16,0 0 16,-63 0-1,-32 0 1,-1 0-1,-62 0 48,-65 32-63,1-32 16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8:20.167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CC594537-90C6-4D99-8209-138BBF1574CE}" emma:medium="tactile" emma:mode="ink">
          <msink:context xmlns:msink="http://schemas.microsoft.com/ink/2010/main" type="writingRegion" rotatedBoundingBox="45220,25527 41189,25654 41166,24935 45197,24808"/>
        </emma:interpretation>
      </emma:emma>
    </inkml:annotationXML>
    <inkml:traceGroup>
      <inkml:annotationXML>
        <emma:emma xmlns:emma="http://www.w3.org/2003/04/emma" version="1.0">
          <emma:interpretation id="{2151BBDE-CF80-4D7A-B881-B92DC6B3EE2A}" emma:medium="tactile" emma:mode="ink">
            <msink:context xmlns:msink="http://schemas.microsoft.com/ink/2010/main" type="paragraph" rotatedBoundingBox="45220,25527 41189,25654 41166,24935 45197,248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C996901-B5A6-4BE2-9B48-8498B666D242}" emma:medium="tactile" emma:mode="ink">
              <msink:context xmlns:msink="http://schemas.microsoft.com/ink/2010/main" type="line" rotatedBoundingBox="45220,25527 41189,25654 41166,24935 45197,24808"/>
            </emma:interpretation>
          </emma:emma>
        </inkml:annotationXML>
        <inkml:traceGroup>
          <inkml:annotationXML>
            <emma:emma xmlns:emma="http://www.w3.org/2003/04/emma" version="1.0">
              <emma:interpretation id="{7990EEA7-6A62-4471-98C4-A01E8BC38F0B}" emma:medium="tactile" emma:mode="ink">
                <msink:context xmlns:msink="http://schemas.microsoft.com/ink/2010/main" type="inkWord" rotatedBoundingBox="45220,25527 41189,25654 41166,24935 45197,24808"/>
              </emma:interpretation>
              <emma:one-of disjunction-type="recognition" id="oneOf0">
                <emma:interpretation id="interp0" emma:lang="" emma:confidence="0.5">
                  <emma:literal>-</emma:literal>
                </emma:interpretation>
                <emma:interpretation id="interp1" emma:lang="" emma:confidence="0.5">
                  <emma:literal>.</emma:literal>
                </emma:interpretation>
                <emma:interpretation id="interp2" emma:lang="" emma:confidence="0">
                  <emma:literal>B</emma:literal>
                </emma:interpretation>
                <emma:interpretation id="interp3" emma:lang="" emma:confidence="0">
                  <emma:literal>3</emma:literal>
                </emma:interpretation>
                <emma:interpretation id="interp4" emma:lang="" emma:confidence="0">
                  <emma:literal>8</emma:literal>
                </emma:interpretation>
              </emma:one-of>
            </emma:emma>
          </inkml:annotationXML>
          <inkml:trace contextRef="#ctx0" brushRef="#br0">2127 366 0,'-63'0'78,"-32"-63"-63,-96 63 1,-190 0 0,32 0-16,158 0 15,64 0 1,-95 32 0,159-32-1,-33 0-15,33 31 16,-1-31-1,64-31 79,32 31-78,0-32-1,31 32 1,96-64 0,95 64-1,159-63-15,190 63 16,-95-64 0,-222 33-1,-96 31-15,-94 0 16,-33 0-1,-126 0 79,-33 0-78,-31 0-1,-31 0-15,31 0 16,-127 0 0,63 0-1,-126 0-15,-33 0 16,-31 127 0,96 0-1,31-64 1,63-31-16,96-32 15,63 0 1,0 0 15,64-32 16,32 32-31,31-32-16,127-95 15,127 64 1,96-1 0,63 64-1,-191 0 1,-31 0-16,-159 0 16,-95 0-1,0 0 16,-96 0 16,-95 0-31,32 0 0,-63 0-16,-64 0 15,63 0 1,1 0-1,-64 0-15,63-31 16,1 31 0,-1 0-1,128 0 1,-1 0 0,64-32-16,0 0 46,32 32-14,63 0-17,318 0 1,95 0-16,-95 0 16,-223 0-1,1 64 1,-32-33-1,-128-31 1,-31 32 0,32-32-16,-64 0 47,1 0-32,-96 0 1,-127 0-1,0 0-15,-32 0 16,32 0 0,0 0-1,63 0 1,96 0 0,63 0-16,96 0 78,63-32-78,190 32 15,191 0 1,96 0 0,-192 0-16,-158 0 15,96 0 1,-160 0-1,-158 0 1,63 0-16,-190 0 94,-223 64-79,-285-64 1,-64 0 0,318 0-16,-159 0 15,159 0 1,95 0 0,127 0-1,95 0-15,32-32 47,127 32-16,0 0-15,381 0 0,32 0-1,-32 64 1,-95-64-16,-223 0 15,1 0 1,-160 0 0,33 0-1,-32 0-15,-96 0 110,1 0-95,-64 0 1,-127 0-16,-350 0 16,255 0-1,-64 0 1,223 0-16,63 0 15,63 0 1,33 0 0,126-32 46,95 32-46,350 0-1,32 0-15,31 0 16,-254 0 0,0 0-1,-158 0 1,-64 0-16,-95 0 16,-1 0-1,-62 0 79,-33 0-94,-31 0 16,-96 0-1,1 0 1,-128 0-16,-31 0 15,0 32 1,63 31 0,159-31-1,-63-32-15,94 0 16,65 0 0,126 0 93,-32 0-93,33-32-1,94 32-15,191 0 16,64 0-1,-33 0-15,-158 0 16,-63 0 0,-32 0-1,-128 0 1,-62 0 93,-65 0-93,33 0 0,-128 0-16,-63 0 15,-31 0 1,94 0-1,1 0 1,126 0-16,-31 0 16,63 0-1,64 0 110,95 0-109,63 0 0,223 0-16,-64 0 15,-95 64 1,-95-1-1,-95-63 1,31 0-16,-190 0 141,-32 0-141,-127 0 15,-159 0 1,64 0 0,158 0-16,1 0 15,-1 0 1,32 0-1,32 0 1,64 0 0,-1 0-1,33 0 1,126 0 78,-32 0-94,128 0 15,158 0 1,159 0 0,-190 0-1,31 0 1,-127-32-16,-158 32 15,31 0 1,-63 0 0,-96 0 46,-63 0-46,-63 0-16,-128 0 15,-126 32 1,-160 32 0,192-1-1,-65 64-15,128-63 16,95-64 0,127 0-1,-63 0 1,63 0-1,63 0-15,32 0 16,1 0 0,31-32-1,0 0 1,95 32 31,-63 0-32,31 0 1,64 0 0,127 0-1,127-63-15,-32 63 16,-95-64 0,-127 64-1,-31-32 1,-65 32-1,-94 0 79,-32 0-78,-96 0-1,1 0-15,-64-63 16,0 63 0,63-64-1,32 64 1,96 0 0,-96 0-16,127 0 15,1 0 16,62 0 32,65-31-47,-1 31-1,32-32 1,127-32-1,95 1 1,0 63-16,-158-32 16,-32 32-1,-128 0 1,1 0 0,-64 0 46,-63 32-46,-32-32-1,32 0 1,-32 0 0,0 0-16,0 0 15,32 0 1,-1 0-1,33 0 1,-32 0 0,63 0-1,127 0 79,0 0-78,32 0-1,0 0 1,127 0 0,0 0-1,-63 0-15,-96 0 16,0 32-1,-63-32 1,0 63 0,-127-63 77,-32 32-77,-64-32 0,1 0-16,-64 0 15,63 0 1,64 0 0,32 0-1,31 0 1,64-32 46,32 32 1,32 0-48,-33 0 1,65 0 0,-33 0-1,32 0-15,32 0 16,-31 32 0,-1-32-1,-32 0 1,-31 0-1,32 0 1,-96 0 109,0 0-109,0 63-1,-31-63 1,-96 32 0,-31 32-1,126-64-15,-95 0 16,96 0-1,31 0 1,64 0 93,63 31-93,-31-31 0,94 0-1,-94 0 1,126 0 0,1 0-16,-96 0 15,-31 0 1,-33 0-1,33 0 1,-96 0 62,0 0-62,-31 0-1,-32 0 1,-32 0 0,-64 0-16,-63 0 15,64 0 1,126 0 0,1 0-16,31 0 31,32 32 31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9:04.397"/>
    </inkml:context>
    <inkml:brush xml:id="br0">
      <inkml:brushProperty name="width" value="0.13333" units="cm"/>
      <inkml:brushProperty name="height" value="0.13333" units="cm"/>
      <inkml:brushProperty name="color" value="#1A222D"/>
      <inkml:brushProperty name="fitToCurve" value="1"/>
    </inkml:brush>
  </inkml:definitions>
  <inkml:traceGroup>
    <inkml:annotationXML>
      <emma:emma xmlns:emma="http://www.w3.org/2003/04/emma" version="1.0">
        <emma:interpretation id="{4B75A7D4-D34E-4E1A-A04E-99BEF5E0A77A}" emma:medium="tactile" emma:mode="ink">
          <msink:context xmlns:msink="http://schemas.microsoft.com/ink/2010/main" type="inkDrawing" rotatedBoundingBox="39023,24661 46927,24687 46924,25711 39019,25685" shapeName="Other"/>
        </emma:interpretation>
      </emma:emma>
    </inkml:annotationXML>
    <inkml:trace contextRef="#ctx0" brushRef="#br0">3077 258 0,'-31'0'93,"-96"0"-77,-127-32-16,-96-32 16,-94 1-1,253 63 1,128 0-1,-32 0-15,63 0 16,0 0 0,64 0 77,31 0-77,33 0 0,31 0-16,190 0 15,-31 0 1,31 0 0,-31 0-16,-95 0 15,63 0 1,-64 0-1,-63 0 1,64 0-16,-128 0 16,32 0-1,1 0 1,-65 0 0,33 0-1,-96 0 110,-127 0-109,-571 32-1,-730 158 1,1301-190 0,-32 0-16,33 0 15,31 0 1,95 0 0,0 0-16,64 0 78,0 0-63,95 0 1,127 0 0,95 0-1,0 0-15,64 0 16,31 0-1,-126 0 1,-32 0 0,-32 0-1,-64 0-15,-63 0 16,-95 0 0,0 0-1,-96 0 48,-349 32-48,-349 63 1,159-31 0,286-64-1,-33 0-15,65 0 16,158 0-1,0 0 1,31 0 0,65 0-1,31-64 32,63 64-31,32 0-16,1 0 15,221 0 1,191 0 0,0 0-1,0 0 1,-63 0-16,-33 0 16,-158 0-1,-158 0 1,-65 0-1,1 0 1,-32 32 31,-63-32-47,-128 0 16,-222 0-1,-158 0 1,-32 0-16,253-32 15,1-31 1,-32-1 0,318 64-1,-33-32 1,65 32 0,31-63-1,0 31 1,95 32-1,-32 0 1,128 0 0,285 0-1,32 0 1,0 0-16,-190 0 16,-128 0-1,-31 0 1,-96 0-1,-31 0 1,-159 0 93,-127 0-109,-159 0 16,1 0 0,62 0-1,192 0 1,126 0 0,0 0-16,127 0 78,96 0-63,190 0 1,222 0-16,-95 0 16,-159 0-1,-95 0 1,-63 0-1,-64 0 1,-32 0 0,-63 0-16,0 0 15,-96 0 32,-158 0-31,-635 0-1,-445 64 1,635-1 0,159-63-16,222 64 15,96-64 1,95 0 0,31 0-1,191-64 48,127 64-63,318 0 15,507 64 1,-412-64 0,-96 0-1,33 0-15,-255 0 16,0 0-1,-158 0 1,-160 0 0,-126 0 46,-32 0-46,-317 0-16,-255 127 15,-63-64 1,254-63 0,64 0-1,94 64-15,1-64 16,95 0 0,64 0-1,126 0-15,1 0 16,94 0 46,65 0-46,94 0 0,350-64-1,127 64 1,31 0-16,-126 0 15,-128 0 1,-190 0 0,0 0-1,-222 0-15,0 0 16,31 0 0,-95 0 30,1 0-30,-65 0 0,-189 32-1,-477 95 1,-96-64-16,96 33 16,-63-33-1,126 1 1,287-64-1,158 0-15,95 0 16,95 0 0,64-32 31,64 32-32,31 0 1,32 0-1,191 0-15,285 0 16,0 0 0,-95 0-1,222 0 1,-190-64-16,-32 1 16,-63-1-1,-255 1 1,-95 63-1,-63 0 1,-127 0 47,31 0-48,-126 0 1,-223 32-1,-95 31-15,-95 1 16,95-64 0,0 63-1,159-63 1,-1 0 0,255 0-16,32 0 15,63-32 16,127-31 1,0 63-32,190-64 15,445 1 1,0 63 0,-63-64-16,63-63 15,-96-31 1,33 94-1,-318-63 1,-127 95 0,-159-31-16,-63 63 15,-64 0 48,-63 0-48,-96 32 1,-158-32-16,-64 63 16,64-63-1,0 0 1,95 0 0,-191 0-16,191 0 15,64 0 1,-1 0-1,160 0 1,-1 0 0,0 0-1,96 0 32,-33 0-31,160 0-1,317 64 1,254-1 0,-159 1-1,0 63-15,-158-127 16,-191 0 0,-127 0-1,-95 0-15,31 0 16,-95 0 31,1 0-47,-96 0 31,-191 63-31,-190-63 16,0 0-1,159 0-15,0 0 16,95 0-1,0 0 1,127 0 0,63 0-1,32 0 1,128 0 31,31 0-32,127 0-15,349 0 16,159 0 0,-254 0-1,0 0-15,-159 0 16,-95-63 0,-159 63-1,-63 0 1,-127 0 62,31 0-78,-190 63 16,-190-63-1,31 0 1,-31 0-16,94 0 15,-158 0 1,96 0 0,62 0-1,160 0-15,63 0 16,95 0 0,64 0 77,31 0-93,96 0 16,159 0 0,94 0-1,-62 0 1,-1 64-1,-159-64-15,-31 0 16,-127 31 0,0-31-1,-32 32 32,-64-32-31,-63 32-1,-127-32-15,-95 63 16,0-63 0,-1 0-1,1 0 1,0 0-16,158 0 16,64 0-1,96 0 1,31-31 15,31 31 16,33 0-31,-1 0-16,128 0 15,126 0 1,191 0-1,-63 0 1,-128 0-16,-31 0 16,-95 0-1,-64 0 1,-64 0-16,-126 0 109,-128 0-93,1 0 0,-1-32-16,-158-32 15,-32 1 1,32-1-1,63-63 1,0 96-16,223-33 16,-33 64-1,192 0 79,94 0-94,128 0 16,190 32-1,-64-32 1,-31 0 0,31 63-1,-190-63-15,-63 0 16,-96 0-1,-63 0 1,-64 0 78,-63 0-94,-32 0 15,-127 0 1,-95 64 0,-96-64-16,32 0 15,64 63 1,159-63 0,-64 0-1,158 0-15,65 0 16,62 0 93,65 0-93,-33 0-1,191 0-15,95 0 16,-95 0 0,-63 0-1,-1 0-15,-63 0 16,-31 0 0,-65 0 15,-62 0 109,-96 0-124,0 0 0,-127 0-1,63 0 1,64 0-16,64 0 16,31 0-1,95 0 48,-31 0-48,32 0-15,31 0 16,32 0 0,127 64-1,32-32 1,-159-32-1,-32 63 1,0-63-16,-63 0 16,-96 0 93,1 0-93,-128 0-1,-63 0 1,-95-32-16,-95-31 16,-1-64-1,64 0 1,32 63-1,158 33-15,64 31 32,32 0-32,63 0 15,1 0 1,62 0 62,1 0-62,63 0-1,96 0-15,63 0 16,254 31 0,-64 33-16,1-1 15,-191-63 1,0 0-1,0 0 1,-159 0-16,-31 0 16,-1 0 15,-63 32 16,-32-32-32,1 0 1,-33 0-16,-126 0 16,-64 0-1,-254 0 1,-159 0 0,159 0-1,63 0 1,-158 0-16,95 0 15,191 0 1,-128 0 0,255 0-16,-1 0 15,64 0 1,32 0 0,63 0-1,32-63 16,32 63 63,63 0-94,159 0 16,349 0-1,318 0 1,-254 0 0,0 0-1,190-64-15,-603 1 16,190-64 0,-253 127-1,-96 0 1,-95 31 46,-32-31-15,-95 0-31,32 0-16,-159 0 31,-254 0-31,95 0 16,-31-31-1,31 31 1,-190-64-16,254 64 16,95 0-1,63 0 1,128 0-16,63-63 78,31 63-62,1 0-1,0 0 1,0 0 15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7:56.462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748776B0-B479-45E5-8E32-C85CF26B7A8E}" emma:medium="tactile" emma:mode="ink">
          <msink:context xmlns:msink="http://schemas.microsoft.com/ink/2010/main" type="writingRegion" rotatedBoundingBox="41170,25036 45344,24612 45431,25473 41258,25897"/>
        </emma:interpretation>
      </emma:emma>
    </inkml:annotationXML>
    <inkml:traceGroup>
      <inkml:annotationXML>
        <emma:emma xmlns:emma="http://www.w3.org/2003/04/emma" version="1.0">
          <emma:interpretation id="{CE38A2AD-8E5E-4FDF-A77F-123DC9CCD0B9}" emma:medium="tactile" emma:mode="ink">
            <msink:context xmlns:msink="http://schemas.microsoft.com/ink/2010/main" type="paragraph" rotatedBoundingBox="41170,25036 45344,24612 45431,25473 41258,258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539FA38-9C6F-4285-9E71-7479CB92F7A7}" emma:medium="tactile" emma:mode="ink">
              <msink:context xmlns:msink="http://schemas.microsoft.com/ink/2010/main" type="line" rotatedBoundingBox="41170,25036 45344,24612 45431,25473 41258,25897"/>
            </emma:interpretation>
          </emma:emma>
        </inkml:annotationXML>
        <inkml:traceGroup>
          <inkml:annotationXML>
            <emma:emma xmlns:emma="http://www.w3.org/2003/04/emma" version="1.0">
              <emma:interpretation id="{2BBEA1FA-BCF8-4943-A933-74361E88EDB7}" emma:medium="tactile" emma:mode="ink">
                <msink:context xmlns:msink="http://schemas.microsoft.com/ink/2010/main" type="inkWord" rotatedBoundingBox="41170,25036 45344,24612 45431,25473 41258,25897"/>
              </emma:interpretation>
              <emma:one-of disjunction-type="recognition" id="oneOf0">
                <emma:interpretation id="interp0" emma:lang="" emma:confidence="0.5">
                  <emma:literal>3</emma:literal>
                </emma:interpretation>
                <emma:interpretation id="interp1" emma:lang="" emma:confidence="0">
                  <emma:literal>8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☹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846 212 0,'-32'0'109,"0"0"-93,-95 0-16,-127 0 15,64 0 1,126 0-1,96 0 64,63 0-48,-31 32-16,31-32-15,159 32 16,32 31 0,-1 1-1,-126-64 1,0 0 0,31 0-16,-126 0 15,-32 0 1,-32 31 46,0 1-30,-32 63-17,-254 1 1,-222 94-1,64-63 1,253-127-16,32 0 16,96 0-1,-32 0 1,63-32 0,32 1 15,32-1 0,-1 32-31,65 0 16,-65 0-1,128 0 1,95 0 0,95 32-16,1-32 15,-160 0 1,-63 0-1,-32 0 1,-63 0 0,0 0-1,-96 0 79,-126 0-78,-223 0-16,0 0 15,128-32 1,158-32 0,31 33-1,33 31 1,-1 0-16,64-32 15,32 32 48,0 0-32,0 0 219,-32-32-234,31 32-16,65-63 15,94 31 1,64-32 0,32 1-1,-32 63-15,-64 0 16,1 0 0,-32 0-1,-96 0 1,-126 0 78,-191 0-79,-32 0 1,32-32-1,63 32-15,96-63 16,0 63 0,-32 0-1,95 0 1,0 0 0,64 0 93,32 0-93,94 0-1,223 0 1,223 31-1,-255-31 1,-222 64-16,-32-64 16,-63 0-1,-96 0 48,-63 0-48,-254 0 1,-222 0-16,254 0 16,31 0-1,128 0 1,-1 0 0,128 0-1,31 0-15,32-32 31,0-31-15,0 31 0,127 32-16,32-32 15,158-31 1,287 63 0,62 0-16,-158 0 15,-254 0 1,0 0-1,32 31 1,-159-31-16,-63 32 16,-33-32-1,1 0 17,-127 0 61,-96 0-93,-475 64 16,-1-64 0,254 0-1,32-32-15,191 0 16,-1 32-1,64-63 1,95 31 0,1 32-16,31-32 15,0 0 17,127 32-1,0 0-31,317 0 15,318 0 1,-159 96 0,-253-65-1,94-31-15,-190 0 16,-159 0 0,-63 0-1,0 0 1,-127 0 46,-96 0-62,-126 0 16,-350 0 0,318 0-1,-1 0 1,96 0-16,64 0 15,95 0 1,31 0 0,32 0-1,96-31 63,95 31-78,158 0 16,445 0 0,-413 0-1,64 0 1,-64 31-16,-63 33 16,-95-64-1,-64 0 1,-96 0-16,1 0 15,-159 0 95,-127 0-95,0 32 1,0-32-16,64 0 16,31 0-1,-95-64 1,127 32 0,32-31-16,-1 31 15,65 32 1,31-32-1,31 1 32,65 31-31,94-64 0,1 64-16,63 0 31,0 0-31,-64 0 15,-31 0 1,-96 0-16,-31 0 16,-64 0 93,-31 0-109,-96 0 16,32 0-1,0 0 1,95 0 0,-31 0-16,31 0 15,96 0 126,-1 0-126,128 0 1,-1 32 0,-95 0-16,-63-32 15,-32 31 17,0 1-17,-95 32 16,-96-64-15,1 0 0,-1 0-16,64-32 15,-63 0 1,63-31 0,32 31-1,95 0 16,0-31 1,31 63-17,1 0 1,95 0 0,0 0-1,159 31-15,63 33 16,-222-32-1,32 31 1,-127-63 0,-32 32 31,0 0-16,-127-1 0,-159 33-15,-159 63-1,191-64 1,96-63-16,-33 0 16,128 0-1,31 0 1,64 0 62,-1 0-78,65 0 16,-33 0-1,128 0 1,126 0-16,-95-63 15,-95 63 1,-95 0 0,0 0-1,0 0 1,-64 0 78,-95 0-79,-127 32 1,-286 95 0,-63 0-16,254-64 15,158 1 1,96-64-1,63 0-15,64 0 79,63-64-64,-31 64 1,94-32-1,-94 32 1,222-63-16,-159 63 16,0-32-1,31 32 1,-94 0 0,31 0-16,-31 0 15,-33 0 1,-94 0 124,-32 0-124,31 0 0,-31 0-16,63 0 15,0 0 1,32-32 0,0-31 30,32 63-30,63-32 0,-31 32-1,126 0 1,-63 0 0,32 0-1,-95 0-15,-33 0 16,33 0-1,-32 0 17,-96 0 93,-31 0-110,-191 64 1,-63-1 0,95-63-1,63 0 1,96 0-16,63 0 31,1 0-31,62 0 63,65 0-48,-65 0 1,96-32-16,0 32 15,64-63 1,-1 63 0,-94 0-1,-65 0-15,-94 0 125,-1 0-125,-63 0 16,-63 0 0,95 0-1,63-32 1,0 32-1,0 0-15,32-32 16,0 1 31,32 31-47,32 0 16,94 0-1,-31 0 1,127 0-1,32-64-15,-159 64 16,-63 0 0,31 0-1,-63 0 1,-1 0 0,-158 0 93,-190 0-93,-286 95-1,253-31 1,192-64-1,31 32-15,127-64 94,31 32-78,96 0-1,32-32-15,95 32 16,0-63 0,95-1-1,-190 64 1,-95-32 0,31-31-16,-63 63 15,-1 0 16,-94 0 94,-64 0-109,-32 0 0,96 0-16,-33 0 15,65 0 1,31-32 0,0 0-1,95 1 32,-63 31-31,31 0-1,32 0 1,-31 0 0,31 0-16,-63 0 15,0 0 1,-1 0-1,33 0 1,-32 0 0,-96 0 140,32 0-140,-31 0-1,-32 0-15,31 0 16,-31 0-1,63 0 1,0 0 0,1 0-1,31-32-15,0 0 47,63 32-16,96 0-15,-96 0 0,128 0-16,63 0 15,-127-63 1,-32 63 0,0-32-1,-190 32 188,-95 0-187,63 0-16,-64 0 16,1 0-1,63 0 1,-32 0-1,95 0 1,33 0-16,94 0 109,-31 0-93,63 0-16,-63 0 16,0 0-1,-1 0 1,1 0 0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7:26.068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1C0CDF92-C15E-458D-BB79-8B732E5533F8}" emma:medium="tactile" emma:mode="ink">
          <msink:context xmlns:msink="http://schemas.microsoft.com/ink/2010/main" type="inkDrawing" rotatedBoundingBox="40249,24891 45084,24570 45143,25462 40309,25783" shapeName="Other"/>
        </emma:interpretation>
      </emma:emma>
    </inkml:annotationXML>
    <inkml:trace contextRef="#ctx0" brushRef="#br0">1334 485 0,'95'0'125,"96"0"-109,190 0-16,127-32 16,-159 32-1,-63-63 1,-96 63-1,1 0-15,-1 0 16,-126 0 0,63 0-1,-64 0 1,1 0-16,-33 0 31,-62 0 47,-96 0-62,-191 0 0,-444 0-16,318-64 15,31 64 1,222-31-1,1 31-15,95 0 16,31 0 0,96 0 62,0 0-63,95 0-15,127 0 16,190 95 0,1-95-1,-191 0 1,95 63 0,-159-31-16,-158-32 15,32 0 1,-33 0-1,1 0-15,-64 0 47,-158 32-31,-413 127 0,-96-32-16,32 0 15,286-64 1,64-63-1,126 0 1,33 0 0,94 0-16,32 0 15,96 0 32,31 0-31,32 0-1,222-63 1,159 63-16,-95 0 16,95 0-1,-222-64 1,-32 64 0,-127 0-1,32 0-15,-128 0 31,-94 0 32,-32 0-47,-159 0-1,-350 0-15,1 0 16,190 0-1,64 0 1,95 0 0,159 0-1,31 0-15,33 0 16,31-32 0,0 1 15,31 31-31,33-32 15,95 32 1,158-64 0,286 1-1,-95-1-15,-158 1 16,94-1 0,-253 64-1,-96 0-15,-63 0 16,-64 0 62,-159 0-62,1 64-1,-159-64 1,95 0-16,0 0 15,63 0 1,1-32 0,94 32-1,1-32 1,63 32-16,32-31 47,127 31-32,0 0 1,127 0 0,350 0-1,-96 0-15,0 31 16,-159-31 0,-190 32-1,-128-32 1,-31 32-1,-95-32 32,-159 0-31,-254 0-16,-254-32 16,349 32-1,-31 0 1,95-63-1,63 31-15,159 32 16,32-64 0,63 64-1,32-31 1,0-1 15,63 0-15,1 32-1,63 0 1,63 0-16,223 0 16,159 0-1,-64 0 1,0 0 0,-159 0-16,-95 0 15,-191 0 1,-31 0-1,-32 32 17,0 0-17,-95-1 1,-96 33-16,-348-1 16,-541 96-1,509-95 1,-33-1-1,160 1 1,253-64-16,96 0 16,63 0-1,159-32 48,64 32-48,158-64 1,413-94 0,-63 31-16,-255 0 15,318 0 1,-254 63 0,-159 1-16,-158 63 15,-32 0 1,-128 0-1,-94 31 79,-191 33-94,-254-1 16,-191 64-1,96-127 1,95 127 0,-190-63-16,190-64 15,158 0 1,223 0 0,64 0-1,95-32 48,95 32-48,127 0-15,190 0 16,223 0 0,-64 0-1,64 0-15,-64 0 16,-349 0-1,0 0 1,-127 0 0,-95 0-1,-32 32 48,-64-32-16,-63 0-47,-412 63 15,-160 1 1,382-64 0,126 0-1,32 0 1,-31 0-16,158 0 15,0 0 1,32-32 15,96 0-15,-33 32 0,128-63-1,317 63 1,95 0-16,0 0 15,-254 0 1,-158 0 0,-64 0-1,-64 0 1,1 0-16,-96 0 78,-31 0-62,-64 0-1,-127 0 1,63 0-16,1 0 16,63 0-1,-32-32 1,95 32-16,-31-32 15,-32 32 1,64-63 0,31 63 15,127 0 47,-31 0-62,94-32-1,33 32 1,190 0 0,-32 0-16,-158 0 15,-64 0 1,-96 0-1,-94 0 126,-191 0-125,-254 0-1,63 0 1,191 0 0,64 0-1,95 0-15,63 0 31,95 0 48,1 0-79,63 0 15,32 0 1,158-63-1,191 63 1,-317 0-16,-1 0 16,-95 0-1,-63 0 17,-127 0 61,-159 0-77,-254 0 0,-95-64-1,476 32-15,-64-31 16,96 31-1,63 0 1,32-31 15,64 63 16,94 0-31,-94 0-16,317 0 15,0 32 1,-191-32 0,1 63-1,-128-63-15,-31 0 16,32 0 0,-64 32 30,0 0 1,-64-1-31,-63 33 0,-32-32-1,32 31 1,0-63-1,-63 0-15,31 0 16,96 0 0,31 0-1,64 0 48,63 0-48,32 0 1,127 0 0,159 0-1,-128 0 1,-189 0 0,-33 64-16,-31-64 15,-32 31 79,-127 1-63,-64-32-15,-190 64-1,-63-1-15,190 1 16,95-64 0,32 0-1,32 0 1,127 0 46,31 0-46,64 0 0,-32 0-1,32 0 1,127 0-16,0 0 31,32 0-31,-159 0 16,0 0-1,-95 0 1,0 0-16,-96 0 125,-95 31-109,32-31-1,-63 64 1,95-64 0,31 0-1,-31 0-15,63 0 16,64 0 78,63 0-79,-31 0 1,-1 0-1,-31 0 1,0 0 0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7:02.685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913BEE73-5B8C-4AC4-BBF3-0C6F72579158}" emma:medium="tactile" emma:mode="ink">
          <msink:context xmlns:msink="http://schemas.microsoft.com/ink/2010/main" type="writingRegion" rotatedBoundingBox="40623,24802 45329,24615 45351,25185 40646,25371"/>
        </emma:interpretation>
      </emma:emma>
    </inkml:annotationXML>
    <inkml:traceGroup>
      <inkml:annotationXML>
        <emma:emma xmlns:emma="http://www.w3.org/2003/04/emma" version="1.0">
          <emma:interpretation id="{B8BAF426-082E-4312-8012-70DCC7143AAE}" emma:medium="tactile" emma:mode="ink">
            <msink:context xmlns:msink="http://schemas.microsoft.com/ink/2010/main" type="paragraph" rotatedBoundingBox="40623,24802 45329,24615 45351,25185 40646,253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33A75EA-50A7-404D-BAD4-24582AB88C69}" emma:medium="tactile" emma:mode="ink">
              <msink:context xmlns:msink="http://schemas.microsoft.com/ink/2010/main" type="line" rotatedBoundingBox="40623,24802 45329,24615 45351,25185 40646,25371"/>
            </emma:interpretation>
          </emma:emma>
        </inkml:annotationXML>
        <inkml:traceGroup>
          <inkml:annotationXML>
            <emma:emma xmlns:emma="http://www.w3.org/2003/04/emma" version="1.0">
              <emma:interpretation id="{7B9B58B1-7465-4EBB-A5F2-ADB7D2A2973A}" emma:medium="tactile" emma:mode="ink">
                <msink:context xmlns:msink="http://schemas.microsoft.com/ink/2010/main" type="inkWord" rotatedBoundingBox="40623,24802 45329,24615 45351,25185 40646,25371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: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☺</emma:literal>
                </emma:interpretation>
              </emma:one-of>
            </emma:emma>
          </inkml:annotationXML>
          <inkml:trace contextRef="#ctx0" brushRef="#br0">2159 413 0,'-31'0'78,"-65"0"-62,33 0-1,-64 0 1,32 0 0,-1 0-1,33 0-15,-32 0 16,31 0-1,-31 0 1,31 0 0,1 0-16,31 0 15,0 0 1,1 0 15,62 0 79,65-32-95,-33 32-15,32-31 16,96 31-1,63 0 1,32-64 0,-159 64-1,-64 0-15,32 0 16,-63 0 15,-64 0 63,-222 0-78,-190-63-1,95 63 1,158-64-16,96 64 15,63-32 1,96 32 78,-33 0-79,33 0-15,95 0 16,95 0 0,95-63-1,-95 63-15,-64 0 32,-63 0-32,-31 0 15,-65 0 1,-158 0 78,-63 63-94,-318 1 15,159-64 1,158 0-1,1 0-15,94 0 16,65 0 0,-1 0-1,95 0 63,1 0-62,31 0-16,96 0 16,158 0-1,-32 0 1,64 63 0,-190-63-16,-128 0 15,-31 0 16,-32 32-15,-159-32 15,-158 64-15,-477 63 0,223-127-16,285 0 15,159 0 1,63 0-1,1 0 1,63-32 0,32 32 31,31 0-32,-31 0-15,63 0 16,32 0-1,0 0 1,254 0 0,-32 0-16,-95 0 15,-63 0 1,-32 0 0,-96 0-16,-31 0 31,-64 0 16,-95 0-32,-32 0 1,-285 0 0,-64 0-1,159 0-15,158 0 16,64 0-1,32-64 1,31 64 0,64-31 46,64 31-46,31-32-1,32 32 1,0 0 0,191 0-16,126 0 15,-31 0 1,-191-64 0,-158 64-1,-33 0 1,1 0-16,-95 32 62,-128-32-46,-63 32 0,-286 95-1,32-32 1,223-95-1,158 0-15,63 0 16,1 0 15,94 0 16,33 0-31,31 0-16,32 0 15,191 0 1,190 0 0,254 0-1,-254 0-15,95 0 16,-476 0 0,0 0-1,-95 0 1,-32 32 15,-64-32 16,-31 0-31,-223 0-1,-190 0 1,159-32-1,63 32-15,223-63 16,-32 63 0,158 0 46,64-32-46,127 32-1,508-64 1,-159 64 0,-349-63-16,-63 63 15,-96 0 1,-63 0-16,0 0 16,-159 0 109,-127 0-110,-254 0 1,158 0-1,96 0 1,0-64-16,191 64 16,31 0-1,96 0 32,-1 0-31,64 0-1,222 0 1,318-63 0,-64 63-16,-349 0 15,0 0 1,-63 0 0,-159 0-1,-64 0 48,-63-32-48,-32 32 1,-191-63 0,-126 63-1,-64 0-15,254 0 16,127 0-1,31 0 1,65 0 0,94 0 77,32 0-77,1 0 0,31-32-16,63 32 15,1 0 1,-1 0 0,-63 0-1,0 0 1,-63 0-1,-96 0 48,-32 0-47,-126 0-1,-255 63-15,1 1 16,190-64-1,0 0 1,159 0 0,31 0-1,96 0 63,0 0-62,63 0 0,32 0-1,0 0 1,127 0 0,95 0-16,0 0 15,-95 0 1,-127 0-16,-95 0 15,32 0 1,-64 32 31,-32-32-16,-32 0 0,33 0-31,-65 0 16,33 0 0,-32 0-1,31 0 1,32 0 0,1 0-16,94 0 78,32 0-63,32 0 1,0 0-16,0 0 16,-63 0-1,-32 0 16,-32 31 110,0 1-110,-96-32-15,-31 0 0,-190 0-1,-223 95 1,286-63-1,64-32 1,158 0 0,0 0-16,64 0 62,31 0-46,128 0-1,63 0 1,254 0 0,-159 0-16,-158 0 15,-33 0 1,-126 0 0,0 0-16,-64 0 140,-63 0-124,31 0-1,-126 0 1,31 0 0,-31 0-16,63 0 15,0 0 1,31 0 0,65 0-1,62 0 63,65 0-78,-33 0 16,128 0 0,63 0-1,31 0-15,-158 0 16,-31 0-1,-65 0 1,1 0 0,-32-32 187,-32 32-203,32-31 15,-63 31 1,63-64 15,0 32 1,0 96 61,0-32-77,0-1 0,0 1-1,0 0 1,-32-32 140,0-32-125,32-31-15,-31-96-16,-33 64 16,64 63-1,0 0 1,0 64 78,0 0-94,0 31 15,0-31 1,0 0 15,0-1 0,0-62 172,0-65-187,0 33 0,0 31-16,0-31 15,0 94 79,0 1-78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6:41.090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E6C9B7F3-469D-4B86-A623-0CD0B19E119C}" emma:medium="tactile" emma:mode="ink">
          <msink:context xmlns:msink="http://schemas.microsoft.com/ink/2010/main" type="writingRegion" rotatedBoundingBox="40983,24909 44982,24823 44996,25461 40996,25547"/>
        </emma:interpretation>
      </emma:emma>
    </inkml:annotationXML>
    <inkml:traceGroup>
      <inkml:annotationXML>
        <emma:emma xmlns:emma="http://www.w3.org/2003/04/emma" version="1.0">
          <emma:interpretation id="{2F48F24D-C07A-4491-8514-CCBBA64EDA20}" emma:medium="tactile" emma:mode="ink">
            <msink:context xmlns:msink="http://schemas.microsoft.com/ink/2010/main" type="paragraph" rotatedBoundingBox="40983,24909 44982,24823 44996,25461 40996,255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3F72503-1DDC-4A33-98AC-EDD17598C273}" emma:medium="tactile" emma:mode="ink">
              <msink:context xmlns:msink="http://schemas.microsoft.com/ink/2010/main" type="line" rotatedBoundingBox="40983,24909 44982,24823 44996,25461 40996,25547"/>
            </emma:interpretation>
          </emma:emma>
        </inkml:annotationXML>
        <inkml:traceGroup>
          <inkml:annotationXML>
            <emma:emma xmlns:emma="http://www.w3.org/2003/04/emma" version="1.0">
              <emma:interpretation id="{D721DE42-5035-4AA5-ABC5-0B432B855F19}" emma:medium="tactile" emma:mode="ink">
                <msink:context xmlns:msink="http://schemas.microsoft.com/ink/2010/main" type="inkWord" rotatedBoundingBox="40983,24909 44982,24823 44996,25461 40996,25547"/>
              </emma:interpretation>
              <emma:one-of disjunction-type="recognition" id="oneOf0">
                <emma:interpretation id="interp0" emma:lang="" emma:confidence="0.5">
                  <emma:literal>-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3</emma:literal>
                </emma:interpretation>
                <emma:interpretation id="interp3" emma:lang="" emma:confidence="0">
                  <emma:literal>z</emma:literal>
                </emma:interpretation>
                <emma:interpretation id="interp4" emma:lang="" emma:confidence="0">
                  <emma:literal>=</emma:literal>
                </emma:interpretation>
              </emma:one-of>
            </emma:emma>
          </inkml:annotationXML>
          <inkml:trace contextRef="#ctx0" brushRef="#br0">1337 333 0,'-63'0'110,"-1"0"-110,-31 0 15,32 0 1,-33 0 0,65 0-1,-1 0-15,0 0 16,0 0 0,1 0 15,-1 0-16,32-32 48,32 32-16,95 0-32,0 0-15,0-31 16,31 31 0,33 0-1,-128 0 1,33 0 0,-65 0-16,-94 0 125,-64 0-110,-127 0 1,-159 0-1,64 0 1,158-64 0,96 32-16,63 32 15,32-31 17,64 31 14,-1 0-46,33 0 16,94 0 0,64 0-1,32 0 1,31 0 0,-31 0-1,-95 0-15,-128 0 16,-31 0-1,0 0 1,31 0-16,-126 0 78,-64 0-62,0 0-1,-64 0 1,1 0 0,-1 0-16,32 0 15,-31 0 1,158 0 0,0 0-1,1 0-15,62 0 63,96 0-48,0 0 1,286 0 0,95 0-1,-159 0-15,-158 0 16,-64 0-1,-32 0 1,-63 31 0,-32 1-1,-64-32 32,-63 64-31,-63-64-1,-1 0-15,1 0 16,-128 0 0,-31 0-16,63-32 15,159 32 1,0 0 0,32 0-1,63 0 1,128 0 62,31 0-78,190 0 16,286 32-1,-158 31 1,-191-63-16,-64 0 31,-94 0-31,-33 0 16,-63 32 31,-95 31-16,-32-63-31,-127 32 15,-191 32 17,33-64-32,62 63 15,65-63 1,158 0-16,31 0 16,33 0-1,31 0 16,64 0 32,31 0-63,96 0 16,159 0-1,31 0 1,0 0-1,-95 0 1,-127 0-16,-32 0 16,-63 0 15,-95 0 31,-1 0-46,-63 0 0,-32 64-1,-31-64 1,-1 0 0,64 0-16,-63 0 15,63 0 1,0 0-1,32 0 1,63 0 0,32-32 31,32 0-16,63 32-16,32 0 1,63 0-16,64-63 16,32 63-1,-32 0 1,-127 0 0,-32 0-1,-63 0-15,0 0 31,-96 0 48,-31 0-79,-159 0 15,-95 0 1,-159 0-1,159 0 1,95 0 0,127 0-1,-32-32-15,127 32 16,32-32 15,64 32 16,-33 0-47,33 0 31,126 0-31,191 0 16,127 0 0,32 0-1,-222 0 1,-33-63-16,-158 63 15,-31 0 1,-65 0 0,-62 0 46,-33 0-62,-31 0 16,0 0-1,-32 0 1,-64 0 0,-63 0-16,127 0 15,-127 0 1,95 0 0,96 0-1,-96 0 1,127 0-16,1 0 15,126 0 79,-32 0-78,96 0-16,32 0 15,-1 0 1,1 0 0,-64 0-1,-64 0-15,32 0 16,-63 0 0,0 0 15,-64 0 31,-63 0-46,-96 0 0,-317 0-1,-190 0 1,380 0-1,33 0-15,94 0 16,159 0 0,1-32-1,-1 32 1,32-32-16,32 32 62,63 0-46,-63 0 0,-1 0-1,33 0 1,95 0-16,95 0 16,158 0-1,1 0 1,-127 0-1,-32 0 1,-64 0 0,-126 0-16,-1 0 15,-31 0 1,-95 0 78,31 0-79,-95 0 1,63 0 0,-63 0-16,64 0 15,31 0 1,32-32 46,127 32-46,-32-63 0,159 63-16,32-32 15,-32 32 1,0 0-1,-127 0 1,-32 0-16,-63 0 16,0 0-1,0 0 17,31 0-17,-31 0 1,0 0 15,-1 0 157,1 32-157,32-32-31,-1 32 15,-31-32 1,0 0 15,-32 31 79,0 1-79,-32-32-15,-63 64-1,-32-64 1,31 0-1,33 0-15,-32 0 16,31 0 0,-95 0-1,128 0-15,-33 0 16,32 0 0,32-32 124,32 32-124,32 0-1,31-32 1,32 32-16,63-32 16,1 32-1,-96 0 1,32 0 0,-95 0-16,31 0 15,-126 0 79,-64 0-78,0 0-1,-32 0 1,32 0-1,-63 0 1,-1 0 0,1 0-16,-1 0 15,159 0 1,1-31 0,-1-33-16,32 32 46,0 1-30,63 31 0,-31 0-1,0 0 1,63 0 0,-31 0-16,126 0 15,32-32 1,-31 32-1,-1-64 1,-63 33-16,-31 31 16,-65 0-1,-94 31 110,31-31-109,-95 32 0,0-32-16,32 64 15,31-64 1,1 0-1,31 0 17,127 0 61,-63 0-77,32 0-16,31 0 16,0 0-1,32 0 1,-63 0 0,-1 31-1,-31-31 1,-96 0 109,33 0-110,-96 0 1,0 0 0,-64 0-16,64 0 15,-32 0 1,96 0 0,-64 0-1,32 0 1,63 0-16,0 0 31,64 0 32,63 0-48,32 0 1,-63 0-16,126 32 15,96-32 1,-159 64 0,32-33-1,-96-31-15,-31 32 16,-32 0 93,0 31-77,-32-63-17,-158 32 1,-191 32-1,-32-1-15,127 1 16,96-33 0,-1-31-1,96 0 1,158 0 78,1 0-79,31-31 1,-31 31-16,94-64 16,-31 64-1,0 0 1,127 0-1,-158 0 1,-33 0-16,-31 0 16,31 0-1,-31 0 32,-127 0 141,-32 0-173,-127-32 1,-95 32 0,63-63-1,159-1-15,95 64 16,32-31-1,64 31 64,-33 0-64,96 0-15,0 0 16,64 0-1,63 0 1,-64 0-16,-94 0 16,-65 0-1,1 0 1,-64 0 109,-95 0-125,-127 0 16,127 0-1,0 0-15,-31 0 16,94 0-1,32 0 1,96 0 78,-32 0-79,63 0 1,32 0 0,63 0-1,-63 0 1,64 31-16,-96-31 16,-63 0-1,0 0 1,-32 32 15,0 0 0,-64-32 1,-95 0-17,-95 0 1,64 0-1,63 0-15,63 0 16,-31 0 0,0 0-1,63 0 1,96 0 62,-33 0-62,1 0-1,95 0-15,0 0 16,64 0 0,63 0-1,-127 0 1,-32 0-1,-63 0 1,-96 0 109,-126 0-125,31 0 16,-190 0-1,158 0 1,128 0-16,-33 0 16,160 0 62,-1 0-63,33 0 1,-33 0 0,96 0-16,-32 0 15,-64 0 1,33 0-1,-65 0 1,33 0-16,-1 0 16,-94-32 187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6:02.231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ACCD7DEA-C814-44D5-A3D8-E63508BE1E58}" emma:medium="tactile" emma:mode="ink">
          <msink:context xmlns:msink="http://schemas.microsoft.com/ink/2010/main" type="inkDrawing" rotatedBoundingBox="41080,24876 45196,24756 45213,25366 41098,25487" shapeName="Other"/>
        </emma:interpretation>
      </emma:emma>
    </inkml:annotationXML>
    <inkml:trace contextRef="#ctx0" brushRef="#br0">1600 485 0,'0'-32'94,"-31"32"-78,31-32-1,-96 32-15,-31-95 16,-63 31 0,-1 64-1,-158-63 1,95 63-16,127 0 16,-32 0-1,128 0 1,-33 0-1,128 0 95,31 0-95,32 0 1,190 0-16,33 0 16,-160 32-1,32 31 1,-31-63 0,-64 0-16,0 32 15,63-32 1,-31 0-1,-95 0 1,-33 0 0,-62 0 77,-128 0-77,-32 0 0,-285 63-16,63-63 15,191 32 1,95-32 0,95 0-1,96-32 63,-1 32-78,-31 0 16,95-31 0,127 31-1,95 0-15,64 0 16,32 0-1,-191 0 1,-127 0 0,31 0-1,-126 0-15,0 0 16,-64 0 46,-127 0-46,-349 0 0,-190 0-1,380 0 1,-31 0-16,159 0 16,-1 0-1,96 0 1,63 0-16,127 0 78,-31 0-62,63 0-16,222 0 15,159 0 1,-159 0-16,-95 0 15,-63 0 1,-128 0 0,1 0-1,-32 0-15,-1 0 16,-62 0 62,-96 0-62,-127 0-1,-254 0 1,-96 0-16,477 0 16,0 0-1,32 0 1,159 0 46,-1 0-46,96 0 0,95-64-16,95 64 15,-31 0 1,-33 0-1,-221 0 1,-32 0-16,31 0 31,-126 0 47,-64 0-62,-64 0 0,-285 0-1,-32 0 1,254 0 0,159-32-16,126 32 78,33 0-78,31 0 15,159 0 1,64 0 0,126 0-16,-190 0 15,-127 0 1,64 0-1,-1 0 1,-95 0-16,-63 0 16,-64 0 93,-126 0-93,-96 0-16,-318 0 15,-31 32 1,254-32 0,158 0-16,96 0 15,158-32 48,64 32-48,-31 0 1,158 0 0,0 0-1,190-63-15,-253 63 16,-1-64-1,64 64 1,-127 0 0,-95 0-1,-127 0 63,-96 0-62,1 0 0,-64 0-1,-32 0-15,95 0 16,1 0 0,63 0-1,95 0 1,0 0-1,96 0 48,95 0-47,-32 0-1,127 0 1,190-63-16,-31 63 31,31-64-31,-190 64 16,-63 0-1,-159 0 1,-1 0-16,33 0 16,-96 0 15,-31 0-16,-128 0 1,-222 32 0,-95 95-1,64-63-15,31-64 16,32 63 0,127-63-1,159 32 1,63-32-1,127 0 48,-31 0-63,95 0 16,95 0-1,0 0 1,31 63-1,-94-63-15,-1 64 32,-63-64-32,-31 0 15,-65 0 1,-31 32 62,0-1-47,-95-31-15,-32 0 0,-63 0-16,-128 64 15,-126-1 1,-1-63-1,255 0-15,126 0 16,32 0 0,1 0-1,94 0 48,-31 0-48,95 0 1,-32 0 0,32 0-16,127 0 15,-127 0 1,127 0 0,-63 0-16,-64 0 15,31 0 1,-126 0-1,0 0 17,-64 0 30,-127 0-46,32 0-1,-127 0 1,-158 0 0,62 0-16,65 0 15,221 0 1,-31 0 0,63 0-1,0 0-15,64 0 63,63 0-48,-31 0 1,95 0 0,-32 0-1,190 0 1,-63 0-16,0 0 15,-63 0 1,94-31 0,-221 31-1,31 0-15,-63 0 16,-64 0 93,-95 0-93,-127 0 0,0 0-1,-32 0-15,159 0 16,64 0 15,-1 0-15,96 0 31,0 0-32,0 0 1,31 0-1,128 0-15,126 0 16,32 0 0,-158 0-1,-159 0 1,-1 0-16,-94 0 78,-96-32-62,-31 32-1,-128-64 1,-31 64-16,158-63 16,1 63-1,-1 0 1,160 0-1,-1 0 1,32-32 31,63 32-47,33 0 16,31 0-1,63 0 1,255 0-1,158 0-15,-349 0 16,32-63 0,-191 63-1,-63 0 1,-1 0 0,-126 0 46,-95 0-46,-128 31-1,-285 33 1,349-64-16,-32 63 16,96-63-1,63 0 1,95 0-1,64 0 48,95 0-47,222 0-16,222 0 15,191 0 1,-412 0-1,158 0 1,-159 0-16,-95 0 16,-64 0-1,-158 0 1,0 0 0,0 0-1,-96 0 79,-31 0-78,-96 0-16,-126 0 15,63-31 1,-32 31-1,159-32 1,-127 32 0,127 0-1,-32 0-15,128 0 16,94 0 78,64 0-79,0 0-15,127 0 16,95 0 0,-158 0-1,63 0-15,-127 0 16,-32 0-1,-63 0 1,0 0 0,-32-32 62,-96-31-47,-158 63-15,-95-64-16,-159 64 31,-95-63-31,254 31 31,222 32-31,95 0 31,95 0 16,33 0-47,31 0 16,127 0 0,95 0-1,64 0 1,-32 0-16,-127 0 15,-64 0 1,-63 0 0,-32 0-1,-63 0 1,-95 0 93,-1 0-109,-95 0 16,-63 0 0,-64 0-1,32 0 1,127 0-1,-31 0 1,-33 0-16,159 0 31,96 0 47,-32 0-78,95 0 16,-64 0 0,64 0-1,127 0 1,-63 0 0,-1 0-16,-31 63 15,-96-63 1,-31 0-1,-64 32 126,-63-32-141,63 0 16,-31 0-1,-32 0 1,-32 0 0,31 0-1,65 0-15,-1 0 16,0 0-1,96 0 110,31 0-109,32 0 0,-32 0-16,32 0 15,-32 0 1,-63 0 0,0 0-1,-64 0 48,-95 32-48,-32 31 1,-31-31 0,-1-32-1,64 0-15,32 0 16,-32 0-1,64 0 1,-1 0 0,96 0 62,31 0-63,33 0 1,-33 0 0,32 0-16,159 0 15,0 0 1,0 0 0,-158 0-1,-65 0-15,1 0 31,-64 32 32,-95-32-47,0 63-1,0-63 1,32 0-1,-32 0-15,32-31 16,0-1 0,31 32-1,64-32-15,-32 0 16,32 1 15,32 31 63,0 0-63,0 0-15,-1 0-16,1 0 47,32 0 0,-33 0-16,1 0-16,32 0-15,31 0 16,-32 0 0,-31 0-1,32 0 1,-128 0 140,-63 31-140,0-31-1,-32 0 1,96 0-16,-32 0 16,63 0-1,32-31 1,0-1 0,0-32 390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5:51.903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F11ECD34-ED0F-406B-9744-F32AE05A5338}" emma:medium="tactile" emma:mode="ink">
          <msink:context xmlns:msink="http://schemas.microsoft.com/ink/2010/main" type="inkDrawing" rotatedBoundingBox="43434,25019 43449,25019 43449,25034 43434,25034" shapeName="Other"/>
        </emma:interpretation>
      </emma:emma>
    </inkml:annotationXML>
    <inkml:trace contextRef="#ctx0" brushRef="#br0">0 0 0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5:51.897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D45BBD2F-9E56-4422-B18B-90CCBF28B742}" emma:medium="tactile" emma:mode="ink">
          <msink:context xmlns:msink="http://schemas.microsoft.com/ink/2010/main" type="inkDrawing" rotatedBoundingBox="43434,25019 43449,25019 43449,25034 43434,25034" shapeName="Other"/>
        </emma:interpretation>
      </emma:emma>
    </inkml:annotationXML>
    <inkml:trace contextRef="#ctx0" brushRef="#br0">0 0 0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3:50.936"/>
    </inkml:context>
    <inkml:brush xml:id="br0">
      <inkml:brushProperty name="width" value="0.46667" units="cm"/>
      <inkml:brushProperty name="height" value="0.93333" units="cm"/>
      <inkml:brushProperty name="color" value="#222E3A"/>
      <inkml:brushProperty name="tip" value="rectangle"/>
      <inkml:brushProperty name="rasterOp" value="maskPen"/>
      <inkml:brushProperty name="fitToCurve" value="1"/>
    </inkml:brush>
  </inkml:definitions>
  <inkml:trace contextRef="#ctx0" brushRef="#br0">-1 0 0,'31'0'188,"1"0"-173,63 0 1,-31 0-16,95 0 15,-32 0 1,-96 0 0,33 0-1,31 0 1,-31 0-16,-1 0 16,0 0-1,-32 0 1,1 0-16,63 0 15,-63 0 1,0 0 0,31 0-1,1 0 1,-1 0-16,33 0 16,-65 0-1,33 0 1,31 0-1,-63 0-15,31 0 16,-31 0 0,63 0-1,-63 0-15,0 0 32,0 0-32,-1 0 15,1 0 1,32 0-1,-33 0 1,1 0 0,0 0 15,0 0-15,-1 0-1,1 0 1,32 0-1,-33 0 1,1 0 0,0 0-1,0 0 1,-1 0-16,1 0 31,-1 0-15,32 0-1,-31 0 1,0 0-16,0 0 16,31 0-1,1 0 1,-33 0 0,1 0-1,0 0-15,31 0 16,1 0-1,-32 0 1,-1 0-16,1 0 78,0 0-62,0 0 15,-1 0-15,33 0 124,-32 0-140,-1 0 47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5:33.683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090217BA-B408-4EE2-8EAA-BEE58E1FBECB}" emma:medium="tactile" emma:mode="ink">
          <msink:context xmlns:msink="http://schemas.microsoft.com/ink/2010/main" type="inkDrawing" rotatedBoundingBox="40724,24635 45138,24566 45150,25333 40736,25402" shapeName="Other"/>
        </emma:interpretation>
      </emma:emma>
    </inkml:annotationXML>
    <inkml:trace contextRef="#ctx0" brushRef="#br0">1524 703 0,'-32'0'125,"-31"0"-109,-1 0-16,-63 0 16,-32 0-1,96 0 1,-32 0-1,63 0-15,0 0 16,96 0 62,-1-32-62,32 32-1,32-31 1,64 31-16,158-64 16,-95 64-1,-127 0 1,0 0-16,-32 0 16,-63 0 15,-64-32 63,-158 32-79,-286-63-15,-382-1 16,350 64-1,381 0 1,96 0 0,94 0 46,32 0-46,96 0-1,126 0 1,191 32 0,-158-32-16,-96 0 15,-96 0 1,33 0 0,-159 0-16,-1 0 15,1 0 1,-32 32 31,-63-32-16,-128 0-15,-285 63-1,31 1-15,191-64 16,127 0-1,-31 0 1,126 0 0,0 0-16,96 0 78,-1 0-78,255 0 15,444 0 1,-96 0 0,-380-32-16,-95 32 15,-160 0 1,1 0 0,-64 0 46,-95 0-46,-190 0-1,-286 0-15,31 32 16,128-32 0,94 0-1,223 63 1,32-63-1,159 0 48,-1 0-47,64 0-1,127 0 1,445 64-1,-191-64 1,-318 0-16,-126 0 16,-33 0-1,33 0 1,-96 0 31,-31 0-32,-128 0-15,-63 0 16,-254 0 0,95 0-1,64 0-15,63 0 16,159 0 0,96 0-1,-1 0 1,64 0 46,126 0-46,33 0 0,317-32-16,444-31 15,-380-1 1,-32-95-1,-350 128 1,-95 31-16,-63 0 16,-127 0 46,-96 0-46,1 0-1,-64 63-15,63-63 16,-94 64 0,94-64-1,64 31 1,-63-31 0,-1 64-1,-63-64-15,159 0 16,-32 0-1,32 0 1,63 0 0,0 0-16,96 0 93,94 0-77,287 0-16,222 0 16,-64 0-1,-254 0 1,-222 0 0,-32 0-1,-63 0-15,-95 0 63,-96 0-63,-254 0 15,-95 0 1,0 0 0,159 0-1,95 0-15,0 0 16,63 0-1,1 0 1,-1 0 0,96 0-16,63 0 15,32-32 32,32 32 16,63 0-63,-31 0 15,285 0 1,318 0 0,-96 0-1,-285 0 1,-95 0-16,-64 0 15,-96 0 1,1 0 0,-64 0 46,-95 0-46,-222 0-16,-64 0 15,-31 0 1,126 0 0,128 0-1,31 0-15,96 0 16,-33 0 0,65 0-1,31-63 48,31 63-32,96-32-31,32 32 16,159-64-1,348 1 1,-158 63-1,-63 0-15,-96 0 16,-158 0 0,-64 0-1,-96 0 1,1 0-16,-64 0 78,-158 0-78,-286-64 16,-96 64-1,223 0 1,0 0 0,158 0-16,64-31 15,32 31 1,63 0-1,0-32-15,32 0 32,32 32-1,0 0-15,0 0-1,63 0 1,159 0-1,63 0-15,287-63 16,-96 63 0,-64-64-1,-95 64 1,-158-63 0,-159 63-16,31 0 15,-95 0 48,-31 0-48,-64 0 1,-127 0 0,-95 0-16,-1 0 15,96 0 1,0 0-1,96 0 1,126 0-16,0 0 16,127 0 46,-31 0-46,63 0-1,222 31 1,159-31 0,-159 64-16,-95-64 15,-127 0 1,32 0 0,-95 0-1,-33 0-15,-62 32 172,-192-32-156,-380 127-1,-64-64-15,128 1 16,285-64 0,0 0-1,95 63 1,95-63-16,33 0 15,94 0 64,96 0-64,-32 0 1,254 0-16,63 0 15,64 0 1,-190 0 0,-32-32-1,-96 32-15,-95 0 16,-63 0 0,0 0-1,-64 0 95,-63 0-95,-32 0 1,-64 0-16,-126 0 15,-128 0 1,128 0 0,-32 0-1,158 0 1,1 0-16,158 0 16,-32 0-1,96 0 48,32 0-48,63 0 1,190 0-16,128 0 16,63 0-1,0 0 1,-254 0-1,95 0-15,-254 0 16,32 0 0,-95 0 15,-64 0 94,0 0-109,-63 0-16,-32 0 15,-127 0 1,-95 0-1,-64 0 1,223 0 0,-64 0-16,95 0 15,95 0 1,33 0 0,62 0 77,96 0-77,-63 0 0,95 0-16,158 0 15,-63 32 1,95-32-1,-190 32 1,-32-32 0,-95 32-16,0-32 15,-1 0 1,-94 63 140,-128-63-140,1 0-1,-64 0 1,0 0 0,-32-32-1,159 32-15,32 0 16,63 0 0,64 0 62,63 0-63,32 0 1,127 0 0,254 0-1,-254 0 1,-63 0-16,-33 0 15,-94 0 1,-64 32 93,-32-32-93,-31 0 0,-33 0-1,-31 0-15,-127 64 16,-190-64 0,95 63-1,95-63 1,-32 32-1,95-32-15,96 0 16,32 0 0,94 0 77,96 0-93,-63 0 16,126 0 0,287 0-1,-128 0 1,0 0-16,-158 0 16,-1 0-1,-126 0 1,-33 0-1,-62 0 110,-1 0-109,0 0 0,0 0-1,-63 0 1,32 0 0,-96 0-16,32 0 15,-64 0 1,64 0-1,-63 0 1,95 0-16,31 0 16,128 0 77,31 0-77,32 0 0,0 0-16,127 0 15,32 0 1,-159 0 0,63 0-1,-95 0-15,-31 0 16,-32 0-1,-1 0 1,-62 0 187,-1 0-187,-32 0-1,-31 0 1,63-32 0,-63 32-16,32-63 15,31 63 1,32-32 0,-64 32-1,64-32 1,32 0 15,32 32 0,-33 0-31,1 0 16,63 0 0,-63 0-1,32 0 1,94 0-16,-94 0 15,-32 0 1,-1 0 0,1 0-1,-64 0 110,1 0-109,-96 0-16,63 0 16,-126 0-1,-1 0 1,96 0-1,31 0-15,-31 0 16,63 0 15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3:39.681"/>
    </inkml:context>
    <inkml:brush xml:id="br0">
      <inkml:brushProperty name="width" value="0.46667" units="cm"/>
      <inkml:brushProperty name="height" value="0.93333" units="cm"/>
      <inkml:brushProperty name="color" value="#222E3A"/>
      <inkml:brushProperty name="tip" value="rectangle"/>
      <inkml:brushProperty name="rasterOp" value="maskPen"/>
      <inkml:brushProperty name="fitToCurve" value="1"/>
    </inkml:brush>
  </inkml:definitions>
  <inkml:trace contextRef="#ctx0" brushRef="#br0">126 24 0,'63'0'187,"1"0"-171,63 0-1,127 0-15,31 0 16,-94 0 0,-64 0-1,0 0 1,0 0 0,-32 0-16,32 0 15,-32 0 1,-31 0-1,31 0-15,-63 0 16,95 0 0,-95 0-1,95 0 1,0 0 0,-32 0-16,-32 0 15,33 0 1,-33 31-1,32-31 1,-63 32-16,63-32 16,-63 32-1,-127-32 126,-159 63-125,-191 1-16,1-64 15,126 0 1,128 0-1,31 0 1,-158-95 0,158 63-1,32-32-15,-64 64 16,160-31 0,-65 31-1,65 0-15,-1 0 47,0 0-31,32 95-1,-32-63 1,32 31 0,0 32-1,-31-95 1,31 32-16,31-32 172,-31-32-172,32 32 15,63-31 1,-63 31 0,0-64-1,0 32 1,-1 32-1,96-31-15,-31 31 16,-33 0 0,128 0-1,-1 0-15,-95 0 16,32 0 0,-31 0-1,-33 0 1,32 0-16,-63 0 15,0 0 1,0 0 31,-1 0-47,1 0 16,63 0-1,-31 0 1,31 0-1,-63 0-15,0 0 16,-1 0 0,65 0-1,-65 0-15,33 0 16,-1 0 0,-31 0-1,32 0 1,31 0-1,-63 0-15,-1 0 16,33 0 0,-32 0-1,31 0 1,-31 0-16,0 0 16,-1 0 15,1 0-16,0 0 1,0 0-16,31 0 16,-31 0 15,0 0-31,-1 0 62,1 0-62,0 0 16,0 0 0,31 0-1,-31 0 17,0 0 14,-1 0-14,1 0-1,0 0 0,0 0 0,31 0 63,-31 0-78,0 0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3:42.288"/>
    </inkml:context>
    <inkml:brush xml:id="br0">
      <inkml:brushProperty name="width" value="0.46667" units="cm"/>
      <inkml:brushProperty name="height" value="0.93333" units="cm"/>
      <inkml:brushProperty name="color" value="#222E3A"/>
      <inkml:brushProperty name="tip" value="rectangle"/>
      <inkml:brushProperty name="rasterOp" value="maskPen"/>
      <inkml:brushProperty name="fitToCurve" value="1"/>
    </inkml:brush>
  </inkml:definitions>
  <inkml:trace contextRef="#ctx0" brushRef="#br0">0 108 0,'32'-32'172,"31"32"-156,33-63-16,31 63 15,-32 0 1,-32 0-1,33 0-15,-65 0 16,33 0 0,31 0-1,-63 0 1,31 0 0,33 0-16,-65 0 15,65 0 1,-65 0-1,1 0 1,0 0 0,0 0-16,-1 0 62,1 0-46,32 0-1,-33 0 1,1 0 0,0 0 46,0 0-46,-1 0-1,1 0 17,32 0 30,-33 0-46,1 0 31,0 0-16,0 0 16,-64 0 343,0 0-374,-95 0 0,32 0-1,63 0 1,-31 0-16,-1 0 16,1 0-1,31 0 1,0 0-1,0 0-15,-31 0 16,31 0 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5:01.377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15219431-7FC6-40D9-A3B7-F5595D7A0898}" emma:medium="tactile" emma:mode="ink">
          <msink:context xmlns:msink="http://schemas.microsoft.com/ink/2010/main" type="inkDrawing" rotatedBoundingBox="40481,24431 45547,24539 45519,25853 40453,25745" shapeName="Other"/>
        </emma:interpretation>
      </emma:emma>
    </inkml:annotationXML>
    <inkml:trace contextRef="#ctx0" brushRef="#br0">2603 666 0,'-31'0'94,"-1"0"-78,0 0 15,-31-31-15,-1-1-1,-31-32 1,-32 64-1,0-31 1,-32 31 0,-31 0-16,-1 0 15,64 0 1,32 0 0,31 0-16,33 0 15,-1 0 16,64 0 63,-1 0-94,33 0 16,126 0-1,128 0 1,190 0 0,-159 0-1,-63 0-15,-96 0 16,-158 0 0,0 0-1,-64 0 48,-63 0-63,-286 0 15,-381 0 1,159 63 0,349-63-1,0 0 1,63 0-1,1 0-15,94 0 16,65 0 0,31-32-1,0 1 17,127 31-17,0 0 1,285-64-1,255 64-15,-159-63 16,-63 63 0,-128 0-1,-31 0-15,-32 0 16,-127 0 0,-95 0 15,-159 31 31,-127-31-46,-96 64-16,-94-1 16,31-63-1,64 0 1,-64 0-1,127 0-15,159 0 16,32 0 0,63 0 15,32-31-31,64 31 47,31 0-32,64 0-15,222 0 16,127 0 0,-159 31-1,-158 1 1,-33 32 0,-62-33-16,-65-31 15,1 0 16,-32 32 1,0 0-1,-32-32-15,-95 0-1,32 0-15,-286 0 16,-127 0-1,0 0 1,64 0-16,317 0 16,0 0-1,95 0 1,64 0 78,95 0-94,0 0 15,63 0 1,1 0 0,190 0-1,-32 0-15,-95 0 16,-95 0-1,-32 0 1,-32 0-16,-63 0 16,-1 0-1,-94 0 63,-64 0-62,0 0 0,-64 0-1,-63 0-15,0 0 16,96 0 0,-33 0-1,159 0-15,-31 0 16,31-32-1,32 0 17,32 32 46,0 0-63,95 0 1,254 0 0,127 0-16,-223 0 15,-31 0 1,-127 0 0,-95 0-1,0 0 1,-96 0 46,-63 0-46,-222 0 0,-159 0-1,95 0 1,223 0-1,-64 0-15,159 0 16,-32 0 0,63 0-16,32 0 15,96 0 79,63 0-78,63 0-1,223 0-15,0 0 16,95 0 0,-318 0-1,-63 32 1,-31-32-1,-1 32 1,-63-32 0,-32 32 15,-96-32 0,-94 0-15,-64 0-16,-159 0 15,-31 0 1,126 0 0,159 0-1,32 0 1,0 0-16,96 0 16,-1 0-1,-32 0 1,96 0 46,0 0-46,31 0 0,33 0-16,31 0 15,127 0 1,0 0-1,95 0-15,-222 0 16,32 0 0,-96 0-1,32 0 1,-63 0 0,-95 0 77,31 31-77,-127 33 0,-127-32-1,-476 253-15,381-221 16,191-1-1,-1-63 1,128 0 0,63-31 31,63 31-16,33-32-16,31 32 1,63-32-16,1 32 16,221-63-1,96-64 1,-63 63 0,-96 1-1,-158 63 1,31-64-16,-63 64 15,-64 0 1,-63 0 0,-64 0 140,-95 0-140,-32 0-1,-158 0 1,-33 0-16,96 0 31,-95-63-31,190 31 16,96 0-16,-32 32 15,95-63 17,95 63 14,32 0-30,0 0 0,63 0-1,64 0-15,-63 0 32,63 0-32,-64 0 15,1 0 1,-64 0-16,-32 0 15,-63 0 1,31 0 0,-126 0 156,-318 0-157,-476 0 1,285 0-1,413 0-15,96 0 16,31 0 0,64 0 46,63 0-46,32 0-1,64 0-15,253 0 16,1 0 0,-33 31-1,-126-31 1,-95 0 0,-64 0-1,63 0-15,-126 0 16,-1 0-1,-31 0 1,0 0-16,-64 64 156,-32-32-140,-31-1 0,-95-31-16,94 0 15,-94 0 1,-1 0-1,1 0-15,95 0 16,63 0 0,32-63 31,32 63-1,63 0-30,-32 0-16,33 0 16,221 0-1,-63 0 1,-32 32 0,-158-32-16,31 0 15,-63 0 1,-96 0 140,1 31-140,-191-31-16,-95 0 15,-96 0 1,191 0 0,64 0-1,126 0 1,-95 0-16,223-31 94,-1 31-79,96 0-15,-95 0 16,126-64-1,1 64 1,-1 0 0,1 0-1,-33 0-15,-94 0 16,31 0 0,-31 0-1,-33 0 1,33 0-16,-32 0 15,-1 0 17,1 0 61,0 0-61,0 0-17,-1 0 1,33 0-16,-32 0 16,-1 0 15,1 0-16,0 0-15,0 32 16,63-32 0,-63 0-1,-1 0-15,1 0 47,-64 32 125,-63-32-156,-32 0-1,-190 0 1,-191 0 0,63 0-16,191 0 15,64 0 1,94 0-1,160 0 48,-32 0-47,31 0-1,32 0 1,1 0-1,-33 0 1,32 0-16,32 0 16,-63 0-1,31 31 1,32-31 0,32 0-16,-32 0 15,0 0 1,-32 0-1,-31 0 1,-1 0-16,-31 0 16,0 0-1,-1 0 32,1 0-16,63 0 1,-31 0-32,-32 0 15,63 0 1,-63 0 15,-1 0 47,1 32-46,0 32-32,0-64 46,-32-32 48,-32 0-78,0 32 31,0 0-47,1 0 15,-65-32 1,65 1 0,-96-1-1,0-32-15,31 33 16,1 31-1,32-64 1,-33 64 0,33 0-1,-32 0-15,-1 0 16,65 0 0,-1 0-1,0 0 16,0 0 1,1 0-17,31-32 79,63 32-63,32 0-31,32 0 16,64 0 0,126 0-1,64 96 1,-190-1-16,31 32 15,-95-95 1,32 31 0,-127-63-1,-1 0 1,1 0-16,-64 0 156,-63 0-140,63 0-1,-31 0-15,-32 0 16,-32-32 0,0 32-1,-32 0 1,-32 0 0,128 0-1,-32 0-15,63 0 16,0 0-1,0 0 1,64-31 93,0 31-109,63 0 16,-31 0 0,31-32-1,0-32 1,-31 33 0,31-1-16,0-32 15,-63 64 16,0-31-15,-32-1 0,0 0 31,0 0-32,-32 64 95,-127 63-95,-31 64-15,-191 32 16,31-128-1,96-63 1,96 0 0,-33 0-16,1 0 15,-64 0 1,63 0 0,1 0-16,63 0 15,63 0 1,96 0 78,95 0-79,0-32-15,254 32 16,381-63-1,-222-1 1,31 64 0,-285-63-16,-96 31 31,-94 32-31,-65 0 16,-94 0 62,-1 0-63,-31 0-15,-159 0 16,-159 0 0,64 0-1,95 0-15,-95 0 16,0 0-1,-1 0 1,1 0 0,32 0-1,94-63-15,96 63 16,0-32 15,96 32-31,-33-32 16,96 32 46,31 0-46,33 0 0,31 0-1,317 0 1,413 0-1,-95-95-15,-317 63 16,-32 32 0,-159 0-1,-159-63 1,-63 63-16,-64 0 62,-127 31-46,-31-31 0,-1 0-1,-126 0-15,-33 0 16,96-31 0,64 31-1,-64 0 1,95 0-1,32 0 1,0 0-16,0 0 16,32 0-1,31 0 1,-31 0-16,63-32 16,1 32-1,-1-32 1,64 32 46,-1 0-46,96 0-16,64 0 16,253 0-1,255 95 1,-255-31-1,-158-1 1,-222-63-16,-33 0 16,1 0 15,-64 0 47,-95-31-62,-222-33-1,-413-63 1,-95 64 0,190 63-16,0 0 15,318 0 1,63 31-1,96 1 1,126-32 0,1 0-16,126-32 93,33-31-77,-65 31-16,96 0 16,0-31-1,191 31 1,126 32 0,64 0-1,-95 0 1,-32 32-16,-32 0 15,-95 31 1,-63-63 0,-32 64-1,-128-64-15,1 0 32,-64 0 30,-63 0-46,-159 0-16,-95-32 15,0 32 1,-64-64 0,32 1-1,32-1 1,158 64-16,-126-63 15,63 63 1,-127-32 0,254-31-1,95 63-15,64 0 63,95 0-48,63 0 1,255 0 0,158 31-16,-63 33 15,-128-1 1,128 1 0,-127-64-1,-159 0 1,-95 0-16,-96 0 15,-31 0 1,-96 0 140,-190 0-156,-127 63 16,-127-63 0,159 64-1,95-64 1,-32 63-1,96-63 1,63 32-16,32 0 16,31-32-1,1 0 1,94 0 46,33-32-46,63 0 0,63 32-1,160-63 1,158 63-16,63 0 16,32 0-1,-158 0 1,-255-64-1,1 64 1,-128 0 0,-31 0-16,32 0 31,-96 0 31,-32 0-46,-31 0 0,32 0 15,-64 0-31,-32 0 16,95 0-1,-126 0-15,31-31 16,-31 31-1,63 0-15,-64 0 16,64 0 0,32 0-1,31 0 1,33 0 0,-33 0-1,96 0 48,0 0-32,-1 0 0,1 0-31,0 0 16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58064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6-05-13T17:22:01.760"/>
    </inkml:context>
    <inkml:brush xml:id="br0">
      <inkml:brushProperty name="width" value="0.13333" units="cm"/>
      <inkml:brushProperty name="height" value="0.13333" units="cm"/>
      <inkml:brushProperty name="color" value="#222E3A"/>
      <inkml:brushProperty name="fitToCurve" value="1"/>
    </inkml:brush>
  </inkml:definitions>
  <inkml:traceGroup>
    <inkml:annotationXML>
      <emma:emma xmlns:emma="http://www.w3.org/2003/04/emma" version="1.0">
        <emma:interpretation id="{AF556BA8-67EE-4B33-AF20-1193F27D0390}" emma:medium="tactile" emma:mode="ink">
          <msink:context xmlns:msink="http://schemas.microsoft.com/ink/2010/main" type="writingRegion" rotatedBoundingBox="40821,24403 45220,24534 45187,25664 40788,25533"/>
        </emma:interpretation>
      </emma:emma>
    </inkml:annotationXML>
    <inkml:traceGroup>
      <inkml:annotationXML>
        <emma:emma xmlns:emma="http://www.w3.org/2003/04/emma" version="1.0">
          <emma:interpretation id="{8801CF37-10A5-455E-8999-08D38CCBFAE5}" emma:medium="tactile" emma:mode="ink">
            <msink:context xmlns:msink="http://schemas.microsoft.com/ink/2010/main" type="paragraph" rotatedBoundingBox="40821,24403 45220,24534 45187,25664 40788,255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AC92912-8730-4428-ACF3-F3DDC8451014}" emma:medium="tactile" emma:mode="ink">
              <msink:context xmlns:msink="http://schemas.microsoft.com/ink/2010/main" type="line" rotatedBoundingBox="40821,24403 45220,24534 45187,25664 40788,25533"/>
            </emma:interpretation>
          </emma:emma>
        </inkml:annotationXML>
        <inkml:traceGroup>
          <inkml:annotationXML>
            <emma:emma xmlns:emma="http://www.w3.org/2003/04/emma" version="1.0">
              <emma:interpretation id="{B431DFA8-684E-41F7-92CC-C7B333A67AED}" emma:medium="tactile" emma:mode="ink">
                <msink:context xmlns:msink="http://schemas.microsoft.com/ink/2010/main" type="inkWord" rotatedBoundingBox="40821,24403 45220,24534 45187,25664 40788,25533"/>
              </emma:interpretation>
            </emma:emma>
          </inkml:annotationXML>
          <inkml:trace contextRef="#ctx0" brushRef="#br0">2099 485 0,'0'-32'109,"-63"32"-93,-1-32 0,-190-31-1,-32-1-15,-222 64 16,159 0 0,159 0-1,126 0 1,1 0-1,63-31 32,31 31-15,33 0-17,31 0 1,-63 0-1,31 0 1,64 0 0,32 0-1,-32 0 1,127 0-16,-63 31 16,-1-31-1,-63 0 1,-32 0-1,-31 0 1,-1 0-16,1 0 16,-32 0 15,-1 0-31,-31 32 94,-63-32-63,-286 64-31,-159 63 16,-96 0-1,319-64 1,158-63-1,95 0 1,-32 0 0,96 0 31,0 0-32,31 0 1,64-63-1,64 63 1,158-64 0,96 1-16,-318 31 15,0 32 1,63 0 0,-95-32-1,-63 32-15,0 0 16,-64 0 62,-95 0-62,-222 0-16,31 0 15,128 0 1,126 0-1,33 0 1,94 0 93,-31 0-93,31-63 0,191 63-16,32-32 15,-95 32 1,-64-64 0,-32 64-1,-63 0-15,-128 0 125,-158 0-109,-158 0-16,158 0 15,95 0 1,127 0 0,32-31-1,0-1 17,127 0-17,32 32-15,31-63 16,64 63-1,32-64 1,-159 64 0,127 0-16,-63 0 15,-64 0 1,-32 0 0,-63 0-1,-1 0 1,-62 0 46,-223 0-46,-96 0 0,1 0-1,159 32 1,31-32-16,95 0 15,-31 0 1,63 0 0,128 0 77,31 0-77,0 0 0,349 0-1,-127 0 1,64 0-16,-286 0 16,32 0-1,-128 0 1,1 0-16,-127 0 78,-96 0-62,-190 0-16,127 0 15,96 0 1,126 0-1,0 0 1,127 0 93,159 0-93,318-32 0,-191-31-1,-64 63 1,-158 0 0,-127 0-16,-127 0 78,-350 95-78,-253 32 15,158 0 1,286-127 0,127 63-16,-32-63 15,127 0 16,128 0 48,31 0-64,349-31-15,476-128 16,-539 95-1,-127 1 1,-127 31-16,-96 0 16,-31 32-1,-96 0 63,-253 0-62,-286 64 0,-96 31-16,255-63 15,190-32 1,-32 63 0,95-63-1,128 0 1,31 0-16,0 0 15,64 0 79,32 0-94,126 0 16,286 0-1,350-31 1,-128 31 0,-380 0-1,-96-64-15,-158 64 16,-33 0 0,-62 0 30,-65 0-30,-158 0 0,-317 64-16,-128-1 15,414-31 1,158-32 0,31 63-1,65-63 1,94 0 62,128 0-78,317-31 16,190 31-1,-190-64 1,-254 64-16,32-63 15,-191 31 1,-63 0 0,0 32-1,-96 0 63,1 0-78,-33 0 16,-94 0 0,-64 0-1,-191 64-15,96 63 16,63-64 0,159-31-1,-63 31 1,158-31-1,-31-32-15,31 0 16,95 0 62,1 0-62,63 0-1,222 0-15,159 0 16,-254 0 0,-127 0-1,-95 0 1,-64 0 78,0 0-79,1 0 17,-1 0-32,-32 0 15,1 0 1,-64 0-1,-127 0-15,-95 0 16,-1 0 0,160 0-1,63 0 1,32 0 0,63 0-16,64 0 78,63 0-63,-32 0 1,128 0 0,158-32-16,0 32 15,1-63 1,-96 31-1,-64 32 1,-95-63-16,64 31 16,-95-32-1,-33 64 1,33-31 0,-96 31 109,-31 31-110,31-31 1,-95 0-1,-64 32 1,-94 32 0,31-1-16,95-31 15,-32 31 1,64-63 0,96 32-16,-33-32 31,128 0 125,-33 0-140,96 0-16,64 0 15,63 0 1,0 0 0,-127 0-1,-32 0-15,-63 0 16,0 0-1,-1 0 1,-94 0 297,-128-32-298,-348-31 1,31 63-16,254 0 15,158 0 1,65 0 0,-1 0-1,64 0 173,31 0-173,1 0-15,63 0 16,190 0 0,-31 0-1,-159 0 1,63 0 0,-126 0-16,95 0 15,-96-32 1,1 32-1,-1 0-15,-31 0 16,0 0 0,-1 0 124,33 0-108,-32 0-17,-1 0 1,1 0 15,0 0-15,0 0-1,-1 0 1,33 0 15,-96 0 313,-31 0-328,-33 0-16,-158 0 15,64 0 1,-1 0-1,64 0 1,0 0 0,0 0-16,64 0 15,-32 0 1,63 0 0,-63 0-1,63 0 1,0 0-16,0 0 15,1 0 1,-33 0 0,1 0-16,31 0 15,0 0 1,0 0 0,-31 0-1,-1 0-15,33 0 31,-65 0-15,65 0 0,-1 32-1,-32-32-15,-31 0 16,63 32 0,-31-32-1,-32 0 1,63 0-16,0 0 31</inkml:trace>
          <inkml:trace contextRef="#ctx0" brushRef="#br0" timeOffset="150492.0799">2512 739 0,'-32'0'78,"-31"0"-62,-1 0 0,-63-63-1,-63 63-15,-1 0 16,32 0 0,96 0-1,-64 0 1,-32 0-16,32 0 15,0 32 1,32-32 0,63 0-16,0 0 31,1 0-31,-1 0 31,64-64 47,-1 64-78,33 0 16,31 0 0,32 0-1,127 0 1,0 0-1,-63 0-15,158 0 16,-159 0 0,1-32-1,-1 32-15,-126 0 16,31 0 0,-31 0-1,31 0 1,-63 0-1,-1 0-15,65 0 16,-65 0 0,1 0 15,0 0-31,0 0 16,-1 0-1,1 0 1,-191 0 78,-158 0-79,63 0 1,-32 0-1,159 0-15,64 0 16,-33-31 0,65 31-1,62 0 110,33 0-109,126 0-16,160-64 16,253 1-1,-190-1 1,-128 64-1,-94-63-15,-128 63 16,-31 0 0,32 0-1,-128 0 48,1 0-48,-96 63 1,-32-63 0,64 0-16,0 0 15,-31 0 1,31 0 0,-64 0-16,1 0 15,63 0 1,-64 0-1,64 0 1,32 0-16,0 0 16,63 0-1,0 0 1,64 0 62,31 0-62,33 0-1,126 0 1,-32 127 0,96-95-1,-95 95 1,-96-95-1,0-1-15,-63-31 32,-96 0 46,-158 0-63,-95 0 1,-223 0 0,381 0-16,96 0 15,31 0 1,32-31 46,63 31-46,1 0 0,63 0-1,63 0-15,64 0 16,0 0 0,-31 0-1,-96 0-15,-64 0 16,32 0-1,1 0 1,-33 0 0,-31 0-1,0 0 17,31 0 14,-31 0 126,-32-32-94,0 0-62,0 0 0,0 1-1,0 94 142,0-31-142,0 0 1,0 31-1,0 1 1,0-1-16,32 96 16,-32-127-1,0-1 1,0 1-16,0-64 94,0-31-79,0-1 1,0 1 0,0-32-16,0 63 15,0-32 1,0 33-1,0-65 1,0 65-16,0-1 47,-32 32 172,32-32-188,-32 32-15,0-32 15,32 1-31,-63 31 31,31 0 16,32-32-31,-32 32-1,1 0 16,-1 32 1,0-1-17,-63 1-15,63 32 16,0-33 0,1 1-1,-1-32 1,64 0 93,31 0-93,-31-32-16,63 32 15,0-63 1,-63 63 0,32 0-1,-33 0 1,1 0 15,-95 0 47,31 0-62,0 0 0,-31 0-1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5CCC5-9336-494F-B629-DC4757540CDE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C5156-4A65-4D0F-BAE0-7DFE28AC0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3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4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37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09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61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86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90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69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5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88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08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5156-4A65-4D0F-BAE0-7DFE28AC08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77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2.emf"/><Relationship Id="rId4" Type="http://schemas.openxmlformats.org/officeDocument/2006/relationships/customXml" Target="../ink/ink1.xml"/><Relationship Id="rId9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12.emf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0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.xml"/><Relationship Id="rId5" Type="http://schemas.openxmlformats.org/officeDocument/2006/relationships/image" Target="../media/image23.emf"/><Relationship Id="rId4" Type="http://schemas.openxmlformats.org/officeDocument/2006/relationships/customXml" Target="../ink/ink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5" Type="http://schemas.openxmlformats.org/officeDocument/2006/relationships/image" Target="../media/image26.emf"/><Relationship Id="rId4" Type="http://schemas.openxmlformats.org/officeDocument/2006/relationships/customXml" Target="../ink/ink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12.png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5" Type="http://schemas.openxmlformats.org/officeDocument/2006/relationships/image" Target="../media/image29.emf"/><Relationship Id="rId4" Type="http://schemas.openxmlformats.org/officeDocument/2006/relationships/customXml" Target="../ink/ink18.xml"/><Relationship Id="rId9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emf"/><Relationship Id="rId4" Type="http://schemas.openxmlformats.org/officeDocument/2006/relationships/customXml" Target="../ink/ink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6256000" cy="929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7200" y="31242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9111A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4446620" y="8762940"/>
              <a:ext cx="1727280" cy="3470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22500" y="8738820"/>
                <a:ext cx="17755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15464700" y="6629580"/>
              <a:ext cx="360" cy="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440580" y="6605460"/>
                <a:ext cx="486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/>
              <p14:cNvContentPartPr/>
              <p14:nvPr/>
            </p14:nvContentPartPr>
            <p14:xfrm>
              <a:off x="15094260" y="8492580"/>
              <a:ext cx="1153440" cy="6530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070140" y="8468460"/>
                <a:ext cx="1201680" cy="7012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40B0522-1611-84F2-BB4B-609DC30FA2A3}"/>
              </a:ext>
            </a:extLst>
          </p:cNvPr>
          <p:cNvSpPr txBox="1"/>
          <p:nvPr/>
        </p:nvSpPr>
        <p:spPr>
          <a:xfrm>
            <a:off x="845131" y="5830587"/>
            <a:ext cx="358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Majdeline Allawa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F44BA-F6F7-BA1B-BAE2-F3D7E8C9D42D}"/>
              </a:ext>
            </a:extLst>
          </p:cNvPr>
          <p:cNvSpPr txBox="1"/>
          <p:nvPr/>
        </p:nvSpPr>
        <p:spPr>
          <a:xfrm>
            <a:off x="12406909" y="5830587"/>
            <a:ext cx="3003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Sourour Hammoud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6256000" cy="922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4539140" y="8822880"/>
              <a:ext cx="1820520" cy="275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15020" y="8798760"/>
                <a:ext cx="1868760" cy="324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2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6256000" cy="9372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4670540" y="8946000"/>
              <a:ext cx="1671840" cy="325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46420" y="8921880"/>
                <a:ext cx="1720080" cy="3740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2400"/>
            <a:ext cx="16256000" cy="9296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14432940" y="8891820"/>
              <a:ext cx="1977840" cy="2984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08820" y="8867700"/>
                <a:ext cx="2026080" cy="3466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22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4836140" y="8966430"/>
              <a:ext cx="1431720" cy="258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12020" y="8942310"/>
                <a:ext cx="1479960" cy="3063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3022600" y="685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1A222D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14036940" y="8879850"/>
              <a:ext cx="2857320" cy="3762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12820" y="8855730"/>
                <a:ext cx="2905560" cy="4244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6256000" cy="9296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4828940" y="8930520"/>
              <a:ext cx="1516320" cy="351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04820" y="8906400"/>
                <a:ext cx="1564560" cy="3992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22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4504580" y="8889390"/>
              <a:ext cx="1766160" cy="452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80460" y="8865270"/>
                <a:ext cx="1814400" cy="500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4641740" y="8881020"/>
              <a:ext cx="1690200" cy="215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17620" y="8856900"/>
                <a:ext cx="1738440" cy="2638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6256000" cy="9296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4754780" y="8932680"/>
              <a:ext cx="1441800" cy="250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30660" y="8908560"/>
                <a:ext cx="1490040" cy="2991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2400"/>
            <a:ext cx="16256000" cy="9372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14797260" y="8923860"/>
              <a:ext cx="1479600" cy="2368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73140" y="8899740"/>
                <a:ext cx="15278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/>
              <p14:cNvContentPartPr/>
              <p14:nvPr/>
            </p14:nvContentPartPr>
            <p14:xfrm>
              <a:off x="15636420" y="9007020"/>
              <a:ext cx="360" cy="3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12300" y="8982900"/>
                <a:ext cx="486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/>
              <p14:cNvContentPartPr/>
              <p14:nvPr/>
            </p14:nvContentPartPr>
            <p14:xfrm>
              <a:off x="15636420" y="9007020"/>
              <a:ext cx="360" cy="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12300" y="8982900"/>
                <a:ext cx="48600" cy="48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10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2400"/>
            <a:ext cx="16256000" cy="9372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4905260" y="8858340"/>
              <a:ext cx="1199520" cy="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21020" y="8690220"/>
                <a:ext cx="13680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/>
              <p14:cNvContentPartPr/>
              <p14:nvPr/>
            </p14:nvContentPartPr>
            <p14:xfrm>
              <a:off x="14619060" y="8856630"/>
              <a:ext cx="1639080" cy="352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594940" y="8832510"/>
                <a:ext cx="1687320" cy="4006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11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6256000" cy="9296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4859540" y="8769780"/>
              <a:ext cx="1234440" cy="123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75300" y="8601660"/>
                <a:ext cx="140256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/>
              <p14:cNvContentPartPr/>
              <p14:nvPr/>
            </p14:nvContentPartPr>
            <p14:xfrm>
              <a:off x="15430500" y="8830890"/>
              <a:ext cx="617760" cy="39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346620" y="8662770"/>
                <a:ext cx="78552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/>
              <p14:cNvContentPartPr/>
              <p14:nvPr/>
            </p14:nvContentPartPr>
            <p14:xfrm>
              <a:off x="14573340" y="8801280"/>
              <a:ext cx="1809720" cy="4712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49220" y="8777160"/>
                <a:ext cx="1857960" cy="519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12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6256000" cy="922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14674860" y="8820900"/>
              <a:ext cx="1602000" cy="4149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50740" y="8796790"/>
                <a:ext cx="1650240" cy="46311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/>
          <p:cNvSpPr txBox="1"/>
          <p:nvPr/>
        </p:nvSpPr>
        <p:spPr>
          <a:xfrm>
            <a:off x="15324167" y="8485132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13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5200" y="3657600"/>
            <a:ext cx="6324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932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31</Words>
  <Application>Microsoft Office PowerPoint</Application>
  <PresentationFormat>Custom</PresentationFormat>
  <Paragraphs>28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DELL.CC</cp:lastModifiedBy>
  <cp:revision>7</cp:revision>
  <dcterms:created xsi:type="dcterms:W3CDTF">2006-08-16T00:00:00Z</dcterms:created>
  <dcterms:modified xsi:type="dcterms:W3CDTF">2026-05-16T07:33:13Z</dcterms:modified>
</cp:coreProperties>
</file>